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D42256-92FE-4A2B-8309-EECB65AC15B8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5F78D6CB-71D0-4F2A-8FCD-05946BE6F4B8}">
      <dgm:prSet phldrT="[Text]" phldr="0"/>
      <dgm:spPr/>
      <dgm:t>
        <a:bodyPr/>
        <a:lstStyle/>
        <a:p>
          <a:r>
            <a:rPr lang="en-US" dirty="0"/>
            <a:t>DIPLOMA TEKNOLOGI KEJURUTERAAN GAS (DGS)</a:t>
          </a:r>
          <a:endParaRPr lang="en-MY" dirty="0"/>
        </a:p>
      </dgm:t>
    </dgm:pt>
    <dgm:pt modelId="{EFC94AD9-2CEF-476F-AAA6-7A9B0C44BEDB}" type="parTrans" cxnId="{3010D6D4-7A0C-4DE3-B3C3-177D88170EC9}">
      <dgm:prSet/>
      <dgm:spPr/>
      <dgm:t>
        <a:bodyPr/>
        <a:lstStyle/>
        <a:p>
          <a:endParaRPr lang="en-MY"/>
        </a:p>
      </dgm:t>
    </dgm:pt>
    <dgm:pt modelId="{2B433E50-8B5F-4D6A-8081-68541AF55073}" type="sibTrans" cxnId="{3010D6D4-7A0C-4DE3-B3C3-177D88170EC9}">
      <dgm:prSet/>
      <dgm:spPr/>
      <dgm:t>
        <a:bodyPr/>
        <a:lstStyle/>
        <a:p>
          <a:endParaRPr lang="en-MY"/>
        </a:p>
      </dgm:t>
    </dgm:pt>
    <dgm:pt modelId="{6EB12FDD-F9D4-47FF-BEF0-B9B472A5CF8D}">
      <dgm:prSet phldrT="[Text]" phldr="0"/>
      <dgm:spPr/>
      <dgm:t>
        <a:bodyPr/>
        <a:lstStyle/>
        <a:p>
          <a:r>
            <a:rPr lang="en-MY" dirty="0"/>
            <a:t>KETUA PROGRAM		</a:t>
          </a:r>
        </a:p>
      </dgm:t>
    </dgm:pt>
    <dgm:pt modelId="{1702A609-B96C-4C6C-9899-06400E5D5C69}" type="parTrans" cxnId="{AE9F85A2-2834-48C1-BD7F-72F3828A50E6}">
      <dgm:prSet/>
      <dgm:spPr/>
      <dgm:t>
        <a:bodyPr/>
        <a:lstStyle/>
        <a:p>
          <a:endParaRPr lang="en-MY"/>
        </a:p>
      </dgm:t>
    </dgm:pt>
    <dgm:pt modelId="{60AD4485-DA47-49A4-8833-175C9E4F3ED3}" type="sibTrans" cxnId="{AE9F85A2-2834-48C1-BD7F-72F3828A50E6}">
      <dgm:prSet/>
      <dgm:spPr/>
      <dgm:t>
        <a:bodyPr/>
        <a:lstStyle/>
        <a:p>
          <a:endParaRPr lang="en-MY"/>
        </a:p>
      </dgm:t>
    </dgm:pt>
    <dgm:pt modelId="{F8B856FE-C38C-4627-9661-822FAB4671E0}">
      <dgm:prSet phldrT="[Text]"/>
      <dgm:spPr/>
      <dgm:t>
        <a:bodyPr/>
        <a:lstStyle/>
        <a:p>
          <a:r>
            <a:rPr lang="en-MY" dirty="0"/>
            <a:t>PENSYARAH</a:t>
          </a:r>
        </a:p>
      </dgm:t>
    </dgm:pt>
    <dgm:pt modelId="{BD0BD070-292B-47AD-93F5-478891E1F2D2}" type="parTrans" cxnId="{24301DC9-C7C6-4CA1-A06E-11BA4EB6CDF3}">
      <dgm:prSet/>
      <dgm:spPr/>
      <dgm:t>
        <a:bodyPr/>
        <a:lstStyle/>
        <a:p>
          <a:endParaRPr lang="en-MY"/>
        </a:p>
      </dgm:t>
    </dgm:pt>
    <dgm:pt modelId="{39238976-B97B-4360-9561-A58789765C12}" type="sibTrans" cxnId="{24301DC9-C7C6-4CA1-A06E-11BA4EB6CDF3}">
      <dgm:prSet/>
      <dgm:spPr/>
      <dgm:t>
        <a:bodyPr/>
        <a:lstStyle/>
        <a:p>
          <a:endParaRPr lang="en-MY"/>
        </a:p>
      </dgm:t>
    </dgm:pt>
    <dgm:pt modelId="{2D290A3E-0708-42EA-AC12-561E60A53500}">
      <dgm:prSet phldrT="[Text]"/>
      <dgm:spPr/>
      <dgm:t>
        <a:bodyPr/>
        <a:lstStyle/>
        <a:p>
          <a:r>
            <a:rPr lang="en-US" dirty="0"/>
            <a:t>DIPLOMA TEKNOLOGI KEJURUTERAAN PENYAMANAN UDARA DAN PENYEJUKAN (DPP) </a:t>
          </a:r>
          <a:endParaRPr lang="en-MY" dirty="0"/>
        </a:p>
      </dgm:t>
    </dgm:pt>
    <dgm:pt modelId="{8540AA03-754C-48BA-8E60-921280791C71}" type="parTrans" cxnId="{DB9BC3D4-B3E8-401E-BB4A-A8872AD3C42A}">
      <dgm:prSet/>
      <dgm:spPr/>
      <dgm:t>
        <a:bodyPr/>
        <a:lstStyle/>
        <a:p>
          <a:endParaRPr lang="en-MY"/>
        </a:p>
      </dgm:t>
    </dgm:pt>
    <dgm:pt modelId="{D95F9CE6-F2EA-41E6-B566-4EF1892913E9}" type="sibTrans" cxnId="{DB9BC3D4-B3E8-401E-BB4A-A8872AD3C42A}">
      <dgm:prSet/>
      <dgm:spPr/>
      <dgm:t>
        <a:bodyPr/>
        <a:lstStyle/>
        <a:p>
          <a:endParaRPr lang="en-MY"/>
        </a:p>
      </dgm:t>
    </dgm:pt>
    <dgm:pt modelId="{678C740F-FE87-419F-B415-F2CA8C350B08}">
      <dgm:prSet phldrT="[Text]" phldr="0"/>
      <dgm:spPr/>
      <dgm:t>
        <a:bodyPr/>
        <a:lstStyle/>
        <a:p>
          <a:r>
            <a:rPr lang="en-MY" dirty="0"/>
            <a:t>KETUA PROGRAM</a:t>
          </a:r>
        </a:p>
      </dgm:t>
    </dgm:pt>
    <dgm:pt modelId="{CB639065-EA8D-46AF-A682-125A448A14EA}" type="parTrans" cxnId="{BD162553-2137-43BD-B9F7-7AF5333B8C6E}">
      <dgm:prSet/>
      <dgm:spPr/>
      <dgm:t>
        <a:bodyPr/>
        <a:lstStyle/>
        <a:p>
          <a:endParaRPr lang="en-MY"/>
        </a:p>
      </dgm:t>
    </dgm:pt>
    <dgm:pt modelId="{A477A2C5-274B-4AB3-8D76-83986131E773}" type="sibTrans" cxnId="{BD162553-2137-43BD-B9F7-7AF5333B8C6E}">
      <dgm:prSet/>
      <dgm:spPr/>
      <dgm:t>
        <a:bodyPr/>
        <a:lstStyle/>
        <a:p>
          <a:endParaRPr lang="en-MY"/>
        </a:p>
      </dgm:t>
    </dgm:pt>
    <dgm:pt modelId="{8A063DCB-11F3-4A88-B53B-C6D076E5A5FF}">
      <dgm:prSet phldrT="[Text]"/>
      <dgm:spPr/>
      <dgm:t>
        <a:bodyPr/>
        <a:lstStyle/>
        <a:p>
          <a:r>
            <a:rPr lang="en-US" dirty="0"/>
            <a:t>DIPLOMA TEKNOLOGI KEJURUTERAAN ELEKTRIK (DOMESTIK INDUSTRI) (DED)</a:t>
          </a:r>
          <a:endParaRPr lang="en-MY" dirty="0"/>
        </a:p>
      </dgm:t>
    </dgm:pt>
    <dgm:pt modelId="{BB749558-332E-4A85-96FB-5AB4EE087125}" type="parTrans" cxnId="{AD3531AD-300A-4E84-B24F-7A5F6E23887D}">
      <dgm:prSet/>
      <dgm:spPr/>
      <dgm:t>
        <a:bodyPr/>
        <a:lstStyle/>
        <a:p>
          <a:endParaRPr lang="en-MY"/>
        </a:p>
      </dgm:t>
    </dgm:pt>
    <dgm:pt modelId="{0CFB8566-784F-483E-A764-400A963F9186}" type="sibTrans" cxnId="{AD3531AD-300A-4E84-B24F-7A5F6E23887D}">
      <dgm:prSet/>
      <dgm:spPr/>
      <dgm:t>
        <a:bodyPr/>
        <a:lstStyle/>
        <a:p>
          <a:endParaRPr lang="en-MY"/>
        </a:p>
      </dgm:t>
    </dgm:pt>
    <dgm:pt modelId="{F84119E7-DBA3-4A0A-859C-CDD007A0A7D0}">
      <dgm:prSet phldrT="[Text]" phldr="0"/>
      <dgm:spPr/>
      <dgm:t>
        <a:bodyPr/>
        <a:lstStyle/>
        <a:p>
          <a:r>
            <a:rPr lang="en-MY" dirty="0"/>
            <a:t>KETUA JABATAN ELEKTRIK</a:t>
          </a:r>
        </a:p>
      </dgm:t>
    </dgm:pt>
    <dgm:pt modelId="{5EB1826F-889F-407E-87EB-81AB1ACD7C94}" type="parTrans" cxnId="{B592EB21-3ABD-4F10-8483-D801A2C4345E}">
      <dgm:prSet/>
      <dgm:spPr/>
      <dgm:t>
        <a:bodyPr/>
        <a:lstStyle/>
        <a:p>
          <a:endParaRPr lang="en-MY"/>
        </a:p>
      </dgm:t>
    </dgm:pt>
    <dgm:pt modelId="{4E66EAD0-E0A6-43B6-8B8A-6B6CAE364F1B}" type="sibTrans" cxnId="{B592EB21-3ABD-4F10-8483-D801A2C4345E}">
      <dgm:prSet/>
      <dgm:spPr/>
      <dgm:t>
        <a:bodyPr/>
        <a:lstStyle/>
        <a:p>
          <a:endParaRPr lang="en-MY"/>
        </a:p>
      </dgm:t>
    </dgm:pt>
    <dgm:pt modelId="{25588F6D-9C91-4758-A2AC-AC6A7D19D3A7}">
      <dgm:prSet phldrT="[Text]"/>
      <dgm:spPr/>
      <dgm:t>
        <a:bodyPr/>
        <a:lstStyle/>
        <a:p>
          <a:r>
            <a:rPr lang="en-MY"/>
            <a:t>PENSYARAH</a:t>
          </a:r>
          <a:endParaRPr lang="en-MY" dirty="0"/>
        </a:p>
      </dgm:t>
    </dgm:pt>
    <dgm:pt modelId="{8DF6252E-CC13-4B7B-BF1E-F7F9C7A4558F}" type="parTrans" cxnId="{42AF4714-89DA-4088-9439-449B5162C635}">
      <dgm:prSet/>
      <dgm:spPr/>
      <dgm:t>
        <a:bodyPr/>
        <a:lstStyle/>
        <a:p>
          <a:endParaRPr lang="en-MY"/>
        </a:p>
      </dgm:t>
    </dgm:pt>
    <dgm:pt modelId="{1136F292-928E-4453-9A16-EB37DA35D927}" type="sibTrans" cxnId="{42AF4714-89DA-4088-9439-449B5162C635}">
      <dgm:prSet/>
      <dgm:spPr/>
      <dgm:t>
        <a:bodyPr/>
        <a:lstStyle/>
        <a:p>
          <a:endParaRPr lang="en-MY"/>
        </a:p>
      </dgm:t>
    </dgm:pt>
    <dgm:pt modelId="{DB6ACF4F-7E8B-4D6A-8B12-2CC1CC5E7C6A}">
      <dgm:prSet phldrT="[Text]" phldr="0"/>
      <dgm:spPr/>
      <dgm:t>
        <a:bodyPr/>
        <a:lstStyle/>
        <a:p>
          <a:r>
            <a:rPr lang="en-MY" dirty="0"/>
            <a:t>KETUA PROGRAM</a:t>
          </a:r>
        </a:p>
      </dgm:t>
    </dgm:pt>
    <dgm:pt modelId="{C6F5B8A7-7405-44AE-B6A2-FC68029FE639}" type="parTrans" cxnId="{7040C983-78E9-4FC7-B4FD-B7971ECDE81E}">
      <dgm:prSet/>
      <dgm:spPr/>
      <dgm:t>
        <a:bodyPr/>
        <a:lstStyle/>
        <a:p>
          <a:endParaRPr lang="en-MY"/>
        </a:p>
      </dgm:t>
    </dgm:pt>
    <dgm:pt modelId="{650A6374-EDE1-4608-BA37-3F49A4E994C8}" type="sibTrans" cxnId="{7040C983-78E9-4FC7-B4FD-B7971ECDE81E}">
      <dgm:prSet/>
      <dgm:spPr/>
      <dgm:t>
        <a:bodyPr/>
        <a:lstStyle/>
        <a:p>
          <a:endParaRPr lang="en-MY"/>
        </a:p>
      </dgm:t>
    </dgm:pt>
    <dgm:pt modelId="{F31AFA95-DAB3-4FBC-B62D-D8890A5E93FD}">
      <dgm:prSet phldrT="[Text]" phldr="0"/>
      <dgm:spPr/>
      <dgm:t>
        <a:bodyPr/>
        <a:lstStyle/>
        <a:p>
          <a:r>
            <a:rPr lang="en-MY" dirty="0"/>
            <a:t>PENSYARAH</a:t>
          </a:r>
        </a:p>
      </dgm:t>
    </dgm:pt>
    <dgm:pt modelId="{3C2C6F8E-A61B-469B-8E9B-D1BBD5DD4486}" type="parTrans" cxnId="{5AF7D758-568D-4A02-B360-E9BEE70D2A71}">
      <dgm:prSet/>
      <dgm:spPr/>
      <dgm:t>
        <a:bodyPr/>
        <a:lstStyle/>
        <a:p>
          <a:endParaRPr lang="en-MY"/>
        </a:p>
      </dgm:t>
    </dgm:pt>
    <dgm:pt modelId="{9AD35DD0-BD7A-4070-AB7B-6B87B62FE842}" type="sibTrans" cxnId="{5AF7D758-568D-4A02-B360-E9BEE70D2A71}">
      <dgm:prSet/>
      <dgm:spPr/>
      <dgm:t>
        <a:bodyPr/>
        <a:lstStyle/>
        <a:p>
          <a:endParaRPr lang="en-MY"/>
        </a:p>
      </dgm:t>
    </dgm:pt>
    <dgm:pt modelId="{7B14849A-1546-4677-98A8-E4484DF51894}">
      <dgm:prSet phldrT="[Text]" phldr="0"/>
      <dgm:spPr/>
      <dgm:t>
        <a:bodyPr/>
        <a:lstStyle/>
        <a:p>
          <a:r>
            <a:rPr lang="en-US" dirty="0"/>
            <a:t>DIPLOMA TEKNOLOGI PEMBUATAN ELEKTRONIK (DEK)</a:t>
          </a:r>
          <a:endParaRPr lang="en-MY" dirty="0"/>
        </a:p>
      </dgm:t>
    </dgm:pt>
    <dgm:pt modelId="{BFA8DA1C-82F0-4069-AC5A-4873DA08ED1B}" type="parTrans" cxnId="{57BE271B-0CF2-4A80-A882-D6301E50B199}">
      <dgm:prSet/>
      <dgm:spPr/>
      <dgm:t>
        <a:bodyPr/>
        <a:lstStyle/>
        <a:p>
          <a:endParaRPr lang="en-MY"/>
        </a:p>
      </dgm:t>
    </dgm:pt>
    <dgm:pt modelId="{6AA44A96-6EA2-4960-85D3-213E7729B1C4}" type="sibTrans" cxnId="{57BE271B-0CF2-4A80-A882-D6301E50B199}">
      <dgm:prSet/>
      <dgm:spPr/>
      <dgm:t>
        <a:bodyPr/>
        <a:lstStyle/>
        <a:p>
          <a:endParaRPr lang="en-MY"/>
        </a:p>
      </dgm:t>
    </dgm:pt>
    <dgm:pt modelId="{FDD63724-165E-4914-BDDD-00198758B5E9}">
      <dgm:prSet phldrT="[Text]" phldr="0"/>
      <dgm:spPr/>
      <dgm:t>
        <a:bodyPr/>
        <a:lstStyle/>
        <a:p>
          <a:r>
            <a:rPr lang="en-MY" dirty="0"/>
            <a:t>KETUA PROGRAM</a:t>
          </a:r>
        </a:p>
      </dgm:t>
    </dgm:pt>
    <dgm:pt modelId="{CD0E53AD-3FC0-40A2-BE6B-A2B4D9E3A159}" type="parTrans" cxnId="{3F784045-81DA-467B-AE94-7FDC945C1452}">
      <dgm:prSet/>
      <dgm:spPr/>
      <dgm:t>
        <a:bodyPr/>
        <a:lstStyle/>
        <a:p>
          <a:endParaRPr lang="en-MY"/>
        </a:p>
      </dgm:t>
    </dgm:pt>
    <dgm:pt modelId="{4B4317A3-FD6C-44D5-9B99-EFA3949BF910}" type="sibTrans" cxnId="{3F784045-81DA-467B-AE94-7FDC945C1452}">
      <dgm:prSet/>
      <dgm:spPr/>
      <dgm:t>
        <a:bodyPr/>
        <a:lstStyle/>
        <a:p>
          <a:endParaRPr lang="en-MY"/>
        </a:p>
      </dgm:t>
    </dgm:pt>
    <dgm:pt modelId="{E4F8634B-5D1F-44DD-9C89-F81759935EEF}">
      <dgm:prSet phldrT="[Text]" phldr="0"/>
      <dgm:spPr/>
      <dgm:t>
        <a:bodyPr/>
        <a:lstStyle/>
        <a:p>
          <a:r>
            <a:rPr lang="en-MY" dirty="0"/>
            <a:t>PENSYARAH</a:t>
          </a:r>
        </a:p>
      </dgm:t>
    </dgm:pt>
    <dgm:pt modelId="{54EE81D7-684B-489A-8E78-61E5E753AC9E}" type="parTrans" cxnId="{F2CA6148-E8FB-4059-A9A0-BA99083C083C}">
      <dgm:prSet/>
      <dgm:spPr/>
      <dgm:t>
        <a:bodyPr/>
        <a:lstStyle/>
        <a:p>
          <a:endParaRPr lang="en-MY"/>
        </a:p>
      </dgm:t>
    </dgm:pt>
    <dgm:pt modelId="{E20F328C-45E5-4733-9E44-EE255AE58946}" type="sibTrans" cxnId="{F2CA6148-E8FB-4059-A9A0-BA99083C083C}">
      <dgm:prSet/>
      <dgm:spPr/>
      <dgm:t>
        <a:bodyPr/>
        <a:lstStyle/>
        <a:p>
          <a:endParaRPr lang="en-MY"/>
        </a:p>
      </dgm:t>
    </dgm:pt>
    <dgm:pt modelId="{38881F41-43BF-4772-B065-36B032FF3A08}" type="pres">
      <dgm:prSet presAssocID="{61D42256-92FE-4A2B-8309-EECB65AC15B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9E11FE8-FA1B-415D-90F1-3616BE70AB39}" type="pres">
      <dgm:prSet presAssocID="{5F78D6CB-71D0-4F2A-8FCD-05946BE6F4B8}" presName="hierRoot1" presStyleCnt="0"/>
      <dgm:spPr/>
    </dgm:pt>
    <dgm:pt modelId="{304FAC5A-D09D-47A0-AB27-6A66633D2AC6}" type="pres">
      <dgm:prSet presAssocID="{5F78D6CB-71D0-4F2A-8FCD-05946BE6F4B8}" presName="composite" presStyleCnt="0"/>
      <dgm:spPr/>
    </dgm:pt>
    <dgm:pt modelId="{2C39F2F3-259E-4834-8FC5-9AE8DCD9328D}" type="pres">
      <dgm:prSet presAssocID="{5F78D6CB-71D0-4F2A-8FCD-05946BE6F4B8}" presName="image" presStyleLbl="node0" presStyleIdx="0" presStyleCnt="4"/>
      <dgm:spPr/>
    </dgm:pt>
    <dgm:pt modelId="{54758BAF-E0A6-4566-BE35-D5EF7399C2D6}" type="pres">
      <dgm:prSet presAssocID="{5F78D6CB-71D0-4F2A-8FCD-05946BE6F4B8}" presName="text" presStyleLbl="revTx" presStyleIdx="0" presStyleCnt="13">
        <dgm:presLayoutVars>
          <dgm:chPref val="3"/>
        </dgm:presLayoutVars>
      </dgm:prSet>
      <dgm:spPr/>
    </dgm:pt>
    <dgm:pt modelId="{9DF34616-1710-4A70-A1AD-503AC2C68C3C}" type="pres">
      <dgm:prSet presAssocID="{5F78D6CB-71D0-4F2A-8FCD-05946BE6F4B8}" presName="hierChild2" presStyleCnt="0"/>
      <dgm:spPr/>
    </dgm:pt>
    <dgm:pt modelId="{CFDEF0D8-2748-4450-B86D-18F0C448CFC8}" type="pres">
      <dgm:prSet presAssocID="{1702A609-B96C-4C6C-9899-06400E5D5C69}" presName="Name10" presStyleLbl="parChTrans1D2" presStyleIdx="0" presStyleCnt="4"/>
      <dgm:spPr/>
    </dgm:pt>
    <dgm:pt modelId="{A3AB95AB-7945-4D17-B019-1B176D52765F}" type="pres">
      <dgm:prSet presAssocID="{6EB12FDD-F9D4-47FF-BEF0-B9B472A5CF8D}" presName="hierRoot2" presStyleCnt="0"/>
      <dgm:spPr/>
    </dgm:pt>
    <dgm:pt modelId="{463BD4BE-4285-4E7C-BC75-00335BBFB050}" type="pres">
      <dgm:prSet presAssocID="{6EB12FDD-F9D4-47FF-BEF0-B9B472A5CF8D}" presName="composite2" presStyleCnt="0"/>
      <dgm:spPr/>
    </dgm:pt>
    <dgm:pt modelId="{D4D12587-D48F-4488-842D-97A8A37F55F9}" type="pres">
      <dgm:prSet presAssocID="{6EB12FDD-F9D4-47FF-BEF0-B9B472A5CF8D}" presName="image2" presStyleLbl="node2" presStyleIdx="0" presStyleCnt="4"/>
      <dgm:spPr/>
    </dgm:pt>
    <dgm:pt modelId="{196882E0-9628-4EA5-A851-B65C389E8EA1}" type="pres">
      <dgm:prSet presAssocID="{6EB12FDD-F9D4-47FF-BEF0-B9B472A5CF8D}" presName="text2" presStyleLbl="revTx" presStyleIdx="1" presStyleCnt="13">
        <dgm:presLayoutVars>
          <dgm:chPref val="3"/>
        </dgm:presLayoutVars>
      </dgm:prSet>
      <dgm:spPr/>
    </dgm:pt>
    <dgm:pt modelId="{0F118F7F-D2EC-4459-9839-071B3BD9F32F}" type="pres">
      <dgm:prSet presAssocID="{6EB12FDD-F9D4-47FF-BEF0-B9B472A5CF8D}" presName="hierChild3" presStyleCnt="0"/>
      <dgm:spPr/>
    </dgm:pt>
    <dgm:pt modelId="{CED149A3-88BF-48EC-8F48-1E505CD70213}" type="pres">
      <dgm:prSet presAssocID="{BD0BD070-292B-47AD-93F5-478891E1F2D2}" presName="Name17" presStyleLbl="parChTrans1D3" presStyleIdx="0" presStyleCnt="4"/>
      <dgm:spPr/>
    </dgm:pt>
    <dgm:pt modelId="{E73AD37E-B73D-469E-B4DB-16F1C2B86FCB}" type="pres">
      <dgm:prSet presAssocID="{F8B856FE-C38C-4627-9661-822FAB4671E0}" presName="hierRoot3" presStyleCnt="0"/>
      <dgm:spPr/>
    </dgm:pt>
    <dgm:pt modelId="{E54829B5-1323-4731-8FE2-299312EF5CB3}" type="pres">
      <dgm:prSet presAssocID="{F8B856FE-C38C-4627-9661-822FAB4671E0}" presName="composite3" presStyleCnt="0"/>
      <dgm:spPr/>
    </dgm:pt>
    <dgm:pt modelId="{D56BCE72-75DC-4E51-BC6F-F88CAC5C84F5}" type="pres">
      <dgm:prSet presAssocID="{F8B856FE-C38C-4627-9661-822FAB4671E0}" presName="image3" presStyleLbl="node3" presStyleIdx="0" presStyleCnt="4"/>
      <dgm:spPr/>
    </dgm:pt>
    <dgm:pt modelId="{FDD8B89B-3EB0-41C3-8354-3874BD533A3A}" type="pres">
      <dgm:prSet presAssocID="{F8B856FE-C38C-4627-9661-822FAB4671E0}" presName="text3" presStyleLbl="revTx" presStyleIdx="2" presStyleCnt="13">
        <dgm:presLayoutVars>
          <dgm:chPref val="3"/>
        </dgm:presLayoutVars>
      </dgm:prSet>
      <dgm:spPr/>
    </dgm:pt>
    <dgm:pt modelId="{6ECBD8D7-2F11-4D34-8662-896A1FF314FC}" type="pres">
      <dgm:prSet presAssocID="{F8B856FE-C38C-4627-9661-822FAB4671E0}" presName="hierChild4" presStyleCnt="0"/>
      <dgm:spPr/>
    </dgm:pt>
    <dgm:pt modelId="{B6A7FEB4-B487-4B45-8D22-BB19F40BA991}" type="pres">
      <dgm:prSet presAssocID="{2D290A3E-0708-42EA-AC12-561E60A53500}" presName="hierRoot1" presStyleCnt="0"/>
      <dgm:spPr/>
    </dgm:pt>
    <dgm:pt modelId="{CB0A8785-AB8E-413A-9BE1-A4E1FFD9FCE9}" type="pres">
      <dgm:prSet presAssocID="{2D290A3E-0708-42EA-AC12-561E60A53500}" presName="composite" presStyleCnt="0"/>
      <dgm:spPr/>
    </dgm:pt>
    <dgm:pt modelId="{2D5561A6-3003-414D-9CB0-CF368EE87E0B}" type="pres">
      <dgm:prSet presAssocID="{2D290A3E-0708-42EA-AC12-561E60A53500}" presName="image" presStyleLbl="node0" presStyleIdx="1" presStyleCnt="4"/>
      <dgm:spPr/>
    </dgm:pt>
    <dgm:pt modelId="{1E05EFA7-BCD8-4508-AB47-6289F6F967FE}" type="pres">
      <dgm:prSet presAssocID="{2D290A3E-0708-42EA-AC12-561E60A53500}" presName="text" presStyleLbl="revTx" presStyleIdx="3" presStyleCnt="13">
        <dgm:presLayoutVars>
          <dgm:chPref val="3"/>
        </dgm:presLayoutVars>
      </dgm:prSet>
      <dgm:spPr/>
    </dgm:pt>
    <dgm:pt modelId="{0FD7663B-3E0E-42DA-8FC5-226F5168534A}" type="pres">
      <dgm:prSet presAssocID="{2D290A3E-0708-42EA-AC12-561E60A53500}" presName="hierChild2" presStyleCnt="0"/>
      <dgm:spPr/>
    </dgm:pt>
    <dgm:pt modelId="{19E467E9-9141-41A5-90B8-31DDE88A50C7}" type="pres">
      <dgm:prSet presAssocID="{CB639065-EA8D-46AF-A682-125A448A14EA}" presName="Name10" presStyleLbl="parChTrans1D2" presStyleIdx="1" presStyleCnt="4"/>
      <dgm:spPr/>
    </dgm:pt>
    <dgm:pt modelId="{F865C381-C70C-40FD-BDFE-CC5660DDEEF9}" type="pres">
      <dgm:prSet presAssocID="{678C740F-FE87-419F-B415-F2CA8C350B08}" presName="hierRoot2" presStyleCnt="0"/>
      <dgm:spPr/>
    </dgm:pt>
    <dgm:pt modelId="{1AE6DFC4-DC7E-4721-A6C4-DC104F8B86F7}" type="pres">
      <dgm:prSet presAssocID="{678C740F-FE87-419F-B415-F2CA8C350B08}" presName="composite2" presStyleCnt="0"/>
      <dgm:spPr/>
    </dgm:pt>
    <dgm:pt modelId="{A22D1742-CEF5-4380-954B-0F319BD3F447}" type="pres">
      <dgm:prSet presAssocID="{678C740F-FE87-419F-B415-F2CA8C350B08}" presName="image2" presStyleLbl="node2" presStyleIdx="1" presStyleCnt="4"/>
      <dgm:spPr/>
    </dgm:pt>
    <dgm:pt modelId="{64CCF63D-3BC3-4876-84B3-F7468938945B}" type="pres">
      <dgm:prSet presAssocID="{678C740F-FE87-419F-B415-F2CA8C350B08}" presName="text2" presStyleLbl="revTx" presStyleIdx="4" presStyleCnt="13">
        <dgm:presLayoutVars>
          <dgm:chPref val="3"/>
        </dgm:presLayoutVars>
      </dgm:prSet>
      <dgm:spPr/>
    </dgm:pt>
    <dgm:pt modelId="{846506CD-5DF7-496E-81B0-04B658B1E553}" type="pres">
      <dgm:prSet presAssocID="{678C740F-FE87-419F-B415-F2CA8C350B08}" presName="hierChild3" presStyleCnt="0"/>
      <dgm:spPr/>
    </dgm:pt>
    <dgm:pt modelId="{960112E5-38BF-4555-A70C-BBF0869B6DA5}" type="pres">
      <dgm:prSet presAssocID="{8DF6252E-CC13-4B7B-BF1E-F7F9C7A4558F}" presName="Name17" presStyleLbl="parChTrans1D3" presStyleIdx="1" presStyleCnt="4"/>
      <dgm:spPr/>
    </dgm:pt>
    <dgm:pt modelId="{DE1E9740-21D7-4041-BC21-51749B432F93}" type="pres">
      <dgm:prSet presAssocID="{25588F6D-9C91-4758-A2AC-AC6A7D19D3A7}" presName="hierRoot3" presStyleCnt="0"/>
      <dgm:spPr/>
    </dgm:pt>
    <dgm:pt modelId="{A9E1E626-B23A-40EE-8591-E91C26AD1B31}" type="pres">
      <dgm:prSet presAssocID="{25588F6D-9C91-4758-A2AC-AC6A7D19D3A7}" presName="composite3" presStyleCnt="0"/>
      <dgm:spPr/>
    </dgm:pt>
    <dgm:pt modelId="{7948AB32-2768-460D-8FFD-9C2001C0EF86}" type="pres">
      <dgm:prSet presAssocID="{25588F6D-9C91-4758-A2AC-AC6A7D19D3A7}" presName="image3" presStyleLbl="node3" presStyleIdx="1" presStyleCnt="4"/>
      <dgm:spPr/>
    </dgm:pt>
    <dgm:pt modelId="{F110EC74-F6D6-44E1-B166-7CAF290759C0}" type="pres">
      <dgm:prSet presAssocID="{25588F6D-9C91-4758-A2AC-AC6A7D19D3A7}" presName="text3" presStyleLbl="revTx" presStyleIdx="5" presStyleCnt="13">
        <dgm:presLayoutVars>
          <dgm:chPref val="3"/>
        </dgm:presLayoutVars>
      </dgm:prSet>
      <dgm:spPr/>
    </dgm:pt>
    <dgm:pt modelId="{BD15827D-01FC-442C-885C-F05935C02970}" type="pres">
      <dgm:prSet presAssocID="{25588F6D-9C91-4758-A2AC-AC6A7D19D3A7}" presName="hierChild4" presStyleCnt="0"/>
      <dgm:spPr/>
    </dgm:pt>
    <dgm:pt modelId="{243C83DE-1BD6-41CA-9387-A79FF1FF9478}" type="pres">
      <dgm:prSet presAssocID="{8A063DCB-11F3-4A88-B53B-C6D076E5A5FF}" presName="hierRoot1" presStyleCnt="0"/>
      <dgm:spPr/>
    </dgm:pt>
    <dgm:pt modelId="{A542BBB8-4975-442F-85E1-E70037AB792B}" type="pres">
      <dgm:prSet presAssocID="{8A063DCB-11F3-4A88-B53B-C6D076E5A5FF}" presName="composite" presStyleCnt="0"/>
      <dgm:spPr/>
    </dgm:pt>
    <dgm:pt modelId="{52EF77FB-2AFF-473C-B3A6-E04E9356DCEC}" type="pres">
      <dgm:prSet presAssocID="{8A063DCB-11F3-4A88-B53B-C6D076E5A5FF}" presName="image" presStyleLbl="node0" presStyleIdx="2" presStyleCnt="4"/>
      <dgm:spPr/>
    </dgm:pt>
    <dgm:pt modelId="{85153D4C-47C9-4655-9A6A-E1F924A2B7F9}" type="pres">
      <dgm:prSet presAssocID="{8A063DCB-11F3-4A88-B53B-C6D076E5A5FF}" presName="text" presStyleLbl="revTx" presStyleIdx="6" presStyleCnt="13">
        <dgm:presLayoutVars>
          <dgm:chPref val="3"/>
        </dgm:presLayoutVars>
      </dgm:prSet>
      <dgm:spPr/>
    </dgm:pt>
    <dgm:pt modelId="{A5D6873F-7E2A-46D5-931C-31D3314BD629}" type="pres">
      <dgm:prSet presAssocID="{8A063DCB-11F3-4A88-B53B-C6D076E5A5FF}" presName="hierChild2" presStyleCnt="0"/>
      <dgm:spPr/>
    </dgm:pt>
    <dgm:pt modelId="{DDD2AEB8-AAEF-42BB-A3B7-92AB4F3F36B4}" type="pres">
      <dgm:prSet presAssocID="{5EB1826F-889F-407E-87EB-81AB1ACD7C94}" presName="Name10" presStyleLbl="parChTrans1D2" presStyleIdx="2" presStyleCnt="4"/>
      <dgm:spPr/>
    </dgm:pt>
    <dgm:pt modelId="{69BD5674-17E3-4994-A7D0-621897280CE5}" type="pres">
      <dgm:prSet presAssocID="{F84119E7-DBA3-4A0A-859C-CDD007A0A7D0}" presName="hierRoot2" presStyleCnt="0"/>
      <dgm:spPr/>
    </dgm:pt>
    <dgm:pt modelId="{B0827AD0-D1D4-4AE3-812F-A4EC0CE0362B}" type="pres">
      <dgm:prSet presAssocID="{F84119E7-DBA3-4A0A-859C-CDD007A0A7D0}" presName="composite2" presStyleCnt="0"/>
      <dgm:spPr/>
    </dgm:pt>
    <dgm:pt modelId="{59E329C4-94F8-419B-BC47-B99614AC1758}" type="pres">
      <dgm:prSet presAssocID="{F84119E7-DBA3-4A0A-859C-CDD007A0A7D0}" presName="image2" presStyleLbl="node2" presStyleIdx="2" presStyleCnt="4"/>
      <dgm:spPr/>
    </dgm:pt>
    <dgm:pt modelId="{B25EB93A-DAEC-42B1-A798-3A74C1F3A892}" type="pres">
      <dgm:prSet presAssocID="{F84119E7-DBA3-4A0A-859C-CDD007A0A7D0}" presName="text2" presStyleLbl="revTx" presStyleIdx="7" presStyleCnt="13">
        <dgm:presLayoutVars>
          <dgm:chPref val="3"/>
        </dgm:presLayoutVars>
      </dgm:prSet>
      <dgm:spPr/>
    </dgm:pt>
    <dgm:pt modelId="{A4D4A60D-5FBD-41FE-82AD-3EDE63729D79}" type="pres">
      <dgm:prSet presAssocID="{F84119E7-DBA3-4A0A-859C-CDD007A0A7D0}" presName="hierChild3" presStyleCnt="0"/>
      <dgm:spPr/>
    </dgm:pt>
    <dgm:pt modelId="{E0A29182-9B9B-4B08-9643-AE9518C2F568}" type="pres">
      <dgm:prSet presAssocID="{C6F5B8A7-7405-44AE-B6A2-FC68029FE639}" presName="Name17" presStyleLbl="parChTrans1D3" presStyleIdx="2" presStyleCnt="4"/>
      <dgm:spPr/>
    </dgm:pt>
    <dgm:pt modelId="{303BCF75-8E3E-44F5-B046-BC543A69EC66}" type="pres">
      <dgm:prSet presAssocID="{DB6ACF4F-7E8B-4D6A-8B12-2CC1CC5E7C6A}" presName="hierRoot3" presStyleCnt="0"/>
      <dgm:spPr/>
    </dgm:pt>
    <dgm:pt modelId="{F0ED9B75-1C59-42DF-9EC0-2E037743D41E}" type="pres">
      <dgm:prSet presAssocID="{DB6ACF4F-7E8B-4D6A-8B12-2CC1CC5E7C6A}" presName="composite3" presStyleCnt="0"/>
      <dgm:spPr/>
    </dgm:pt>
    <dgm:pt modelId="{75E7DEA4-93A1-4C15-AB24-D510CA6AD042}" type="pres">
      <dgm:prSet presAssocID="{DB6ACF4F-7E8B-4D6A-8B12-2CC1CC5E7C6A}" presName="image3" presStyleLbl="node3" presStyleIdx="2" presStyleCnt="4"/>
      <dgm:spPr/>
    </dgm:pt>
    <dgm:pt modelId="{E84647BC-2FE6-40D5-977E-3AF932A39CB9}" type="pres">
      <dgm:prSet presAssocID="{DB6ACF4F-7E8B-4D6A-8B12-2CC1CC5E7C6A}" presName="text3" presStyleLbl="revTx" presStyleIdx="8" presStyleCnt="13">
        <dgm:presLayoutVars>
          <dgm:chPref val="3"/>
        </dgm:presLayoutVars>
      </dgm:prSet>
      <dgm:spPr/>
    </dgm:pt>
    <dgm:pt modelId="{9A7CE1B2-1740-4793-833A-A4CB9924C201}" type="pres">
      <dgm:prSet presAssocID="{DB6ACF4F-7E8B-4D6A-8B12-2CC1CC5E7C6A}" presName="hierChild4" presStyleCnt="0"/>
      <dgm:spPr/>
    </dgm:pt>
    <dgm:pt modelId="{A78CB080-903E-4C7A-8543-389F3333D5D8}" type="pres">
      <dgm:prSet presAssocID="{3C2C6F8E-A61B-469B-8E9B-D1BBD5DD4486}" presName="Name23" presStyleLbl="parChTrans1D4" presStyleIdx="0" presStyleCnt="1"/>
      <dgm:spPr/>
    </dgm:pt>
    <dgm:pt modelId="{CFED2C9E-7702-427A-A12D-481A900E9AFD}" type="pres">
      <dgm:prSet presAssocID="{F31AFA95-DAB3-4FBC-B62D-D8890A5E93FD}" presName="hierRoot4" presStyleCnt="0"/>
      <dgm:spPr/>
    </dgm:pt>
    <dgm:pt modelId="{7774F635-D578-4A5A-A7EC-8DFDE3F54F17}" type="pres">
      <dgm:prSet presAssocID="{F31AFA95-DAB3-4FBC-B62D-D8890A5E93FD}" presName="composite4" presStyleCnt="0"/>
      <dgm:spPr/>
    </dgm:pt>
    <dgm:pt modelId="{D5BF3127-BB62-4E57-AC21-99516E2769D2}" type="pres">
      <dgm:prSet presAssocID="{F31AFA95-DAB3-4FBC-B62D-D8890A5E93FD}" presName="image4" presStyleLbl="node4" presStyleIdx="0" presStyleCnt="1"/>
      <dgm:spPr/>
    </dgm:pt>
    <dgm:pt modelId="{90E1EFBC-8325-44CE-9CD6-96B32F321BED}" type="pres">
      <dgm:prSet presAssocID="{F31AFA95-DAB3-4FBC-B62D-D8890A5E93FD}" presName="text4" presStyleLbl="revTx" presStyleIdx="9" presStyleCnt="13">
        <dgm:presLayoutVars>
          <dgm:chPref val="3"/>
        </dgm:presLayoutVars>
      </dgm:prSet>
      <dgm:spPr/>
    </dgm:pt>
    <dgm:pt modelId="{A7B964A9-3EF6-48BB-806B-AB81AD882A7A}" type="pres">
      <dgm:prSet presAssocID="{F31AFA95-DAB3-4FBC-B62D-D8890A5E93FD}" presName="hierChild5" presStyleCnt="0"/>
      <dgm:spPr/>
    </dgm:pt>
    <dgm:pt modelId="{5DC19317-8400-4FD5-8509-FDD1E96CE9AF}" type="pres">
      <dgm:prSet presAssocID="{7B14849A-1546-4677-98A8-E4484DF51894}" presName="hierRoot1" presStyleCnt="0"/>
      <dgm:spPr/>
    </dgm:pt>
    <dgm:pt modelId="{07AF6626-3970-43A2-A39F-AEBAEBB64E3C}" type="pres">
      <dgm:prSet presAssocID="{7B14849A-1546-4677-98A8-E4484DF51894}" presName="composite" presStyleCnt="0"/>
      <dgm:spPr/>
    </dgm:pt>
    <dgm:pt modelId="{F72BC338-E3CB-4D24-8403-3FA917A46769}" type="pres">
      <dgm:prSet presAssocID="{7B14849A-1546-4677-98A8-E4484DF51894}" presName="image" presStyleLbl="node0" presStyleIdx="3" presStyleCnt="4"/>
      <dgm:spPr/>
    </dgm:pt>
    <dgm:pt modelId="{1A5EA566-01D9-4E78-8EF1-8FF323F06D96}" type="pres">
      <dgm:prSet presAssocID="{7B14849A-1546-4677-98A8-E4484DF51894}" presName="text" presStyleLbl="revTx" presStyleIdx="10" presStyleCnt="13">
        <dgm:presLayoutVars>
          <dgm:chPref val="3"/>
        </dgm:presLayoutVars>
      </dgm:prSet>
      <dgm:spPr/>
    </dgm:pt>
    <dgm:pt modelId="{C6CBFD2B-DDA9-46AC-9BA8-0776894335ED}" type="pres">
      <dgm:prSet presAssocID="{7B14849A-1546-4677-98A8-E4484DF51894}" presName="hierChild2" presStyleCnt="0"/>
      <dgm:spPr/>
    </dgm:pt>
    <dgm:pt modelId="{B6057B34-AF4D-495C-B3B1-CE28330FC4BD}" type="pres">
      <dgm:prSet presAssocID="{CD0E53AD-3FC0-40A2-BE6B-A2B4D9E3A159}" presName="Name10" presStyleLbl="parChTrans1D2" presStyleIdx="3" presStyleCnt="4"/>
      <dgm:spPr/>
    </dgm:pt>
    <dgm:pt modelId="{3EAFF9EF-B7F3-4B15-B111-14FC1EB7E5A8}" type="pres">
      <dgm:prSet presAssocID="{FDD63724-165E-4914-BDDD-00198758B5E9}" presName="hierRoot2" presStyleCnt="0"/>
      <dgm:spPr/>
    </dgm:pt>
    <dgm:pt modelId="{EE852AF0-FFD5-438A-85C0-7BAB6DC2E9E1}" type="pres">
      <dgm:prSet presAssocID="{FDD63724-165E-4914-BDDD-00198758B5E9}" presName="composite2" presStyleCnt="0"/>
      <dgm:spPr/>
    </dgm:pt>
    <dgm:pt modelId="{242BFE63-5070-4A68-BC9B-85514CB2A17A}" type="pres">
      <dgm:prSet presAssocID="{FDD63724-165E-4914-BDDD-00198758B5E9}" presName="image2" presStyleLbl="node2" presStyleIdx="3" presStyleCnt="4"/>
      <dgm:spPr/>
    </dgm:pt>
    <dgm:pt modelId="{907B2D93-3AB9-4136-AA52-C166188C6209}" type="pres">
      <dgm:prSet presAssocID="{FDD63724-165E-4914-BDDD-00198758B5E9}" presName="text2" presStyleLbl="revTx" presStyleIdx="11" presStyleCnt="13">
        <dgm:presLayoutVars>
          <dgm:chPref val="3"/>
        </dgm:presLayoutVars>
      </dgm:prSet>
      <dgm:spPr/>
    </dgm:pt>
    <dgm:pt modelId="{99EEDD76-B8E2-41F4-A62D-491863DE6FF3}" type="pres">
      <dgm:prSet presAssocID="{FDD63724-165E-4914-BDDD-00198758B5E9}" presName="hierChild3" presStyleCnt="0"/>
      <dgm:spPr/>
    </dgm:pt>
    <dgm:pt modelId="{709E18D8-A0BC-42D3-A788-0D66EC89EC1F}" type="pres">
      <dgm:prSet presAssocID="{54EE81D7-684B-489A-8E78-61E5E753AC9E}" presName="Name17" presStyleLbl="parChTrans1D3" presStyleIdx="3" presStyleCnt="4"/>
      <dgm:spPr/>
    </dgm:pt>
    <dgm:pt modelId="{DCACABF3-4CD5-4235-8CA2-F3FDACDC5DAC}" type="pres">
      <dgm:prSet presAssocID="{E4F8634B-5D1F-44DD-9C89-F81759935EEF}" presName="hierRoot3" presStyleCnt="0"/>
      <dgm:spPr/>
    </dgm:pt>
    <dgm:pt modelId="{5C211815-76E2-4284-8852-DFEE0E5CE92B}" type="pres">
      <dgm:prSet presAssocID="{E4F8634B-5D1F-44DD-9C89-F81759935EEF}" presName="composite3" presStyleCnt="0"/>
      <dgm:spPr/>
    </dgm:pt>
    <dgm:pt modelId="{04E25CA5-335F-4DF6-9A54-74AE00A8B729}" type="pres">
      <dgm:prSet presAssocID="{E4F8634B-5D1F-44DD-9C89-F81759935EEF}" presName="image3" presStyleLbl="node3" presStyleIdx="3" presStyleCnt="4"/>
      <dgm:spPr/>
    </dgm:pt>
    <dgm:pt modelId="{E6305ECC-86B3-41ED-867D-002B27A7D08A}" type="pres">
      <dgm:prSet presAssocID="{E4F8634B-5D1F-44DD-9C89-F81759935EEF}" presName="text3" presStyleLbl="revTx" presStyleIdx="12" presStyleCnt="13">
        <dgm:presLayoutVars>
          <dgm:chPref val="3"/>
        </dgm:presLayoutVars>
      </dgm:prSet>
      <dgm:spPr/>
    </dgm:pt>
    <dgm:pt modelId="{0B3F3CAD-2C41-4747-8509-0EE9EDC6D1E5}" type="pres">
      <dgm:prSet presAssocID="{E4F8634B-5D1F-44DD-9C89-F81759935EEF}" presName="hierChild4" presStyleCnt="0"/>
      <dgm:spPr/>
    </dgm:pt>
  </dgm:ptLst>
  <dgm:cxnLst>
    <dgm:cxn modelId="{42AF4714-89DA-4088-9439-449B5162C635}" srcId="{678C740F-FE87-419F-B415-F2CA8C350B08}" destId="{25588F6D-9C91-4758-A2AC-AC6A7D19D3A7}" srcOrd="0" destOrd="0" parTransId="{8DF6252E-CC13-4B7B-BF1E-F7F9C7A4558F}" sibTransId="{1136F292-928E-4453-9A16-EB37DA35D927}"/>
    <dgm:cxn modelId="{BB3BB619-D660-470F-AD42-593D9C60D335}" type="presOf" srcId="{CD0E53AD-3FC0-40A2-BE6B-A2B4D9E3A159}" destId="{B6057B34-AF4D-495C-B3B1-CE28330FC4BD}" srcOrd="0" destOrd="0" presId="urn:microsoft.com/office/officeart/2009/layout/CirclePictureHierarchy"/>
    <dgm:cxn modelId="{57BE271B-0CF2-4A80-A882-D6301E50B199}" srcId="{61D42256-92FE-4A2B-8309-EECB65AC15B8}" destId="{7B14849A-1546-4677-98A8-E4484DF51894}" srcOrd="3" destOrd="0" parTransId="{BFA8DA1C-82F0-4069-AC5A-4873DA08ED1B}" sibTransId="{6AA44A96-6EA2-4960-85D3-213E7729B1C4}"/>
    <dgm:cxn modelId="{B592EB21-3ABD-4F10-8483-D801A2C4345E}" srcId="{8A063DCB-11F3-4A88-B53B-C6D076E5A5FF}" destId="{F84119E7-DBA3-4A0A-859C-CDD007A0A7D0}" srcOrd="0" destOrd="0" parTransId="{5EB1826F-889F-407E-87EB-81AB1ACD7C94}" sibTransId="{4E66EAD0-E0A6-43B6-8B8A-6B6CAE364F1B}"/>
    <dgm:cxn modelId="{A320CC23-C7D2-4A07-80F9-571700FF9B8E}" type="presOf" srcId="{5EB1826F-889F-407E-87EB-81AB1ACD7C94}" destId="{DDD2AEB8-AAEF-42BB-A3B7-92AB4F3F36B4}" srcOrd="0" destOrd="0" presId="urn:microsoft.com/office/officeart/2009/layout/CirclePictureHierarchy"/>
    <dgm:cxn modelId="{50F96131-D4A1-4A5E-86DF-B0592031791D}" type="presOf" srcId="{F31AFA95-DAB3-4FBC-B62D-D8890A5E93FD}" destId="{90E1EFBC-8325-44CE-9CD6-96B32F321BED}" srcOrd="0" destOrd="0" presId="urn:microsoft.com/office/officeart/2009/layout/CirclePictureHierarchy"/>
    <dgm:cxn modelId="{97720E32-B8CB-4736-B38D-C67C23A0A81F}" type="presOf" srcId="{7B14849A-1546-4677-98A8-E4484DF51894}" destId="{1A5EA566-01D9-4E78-8EF1-8FF323F06D96}" srcOrd="0" destOrd="0" presId="urn:microsoft.com/office/officeart/2009/layout/CirclePictureHierarchy"/>
    <dgm:cxn modelId="{8A8D0835-0B0F-4E01-AB17-FAA630F21518}" type="presOf" srcId="{678C740F-FE87-419F-B415-F2CA8C350B08}" destId="{64CCF63D-3BC3-4876-84B3-F7468938945B}" srcOrd="0" destOrd="0" presId="urn:microsoft.com/office/officeart/2009/layout/CirclePictureHierarchy"/>
    <dgm:cxn modelId="{45181460-0F29-4FE1-BBF0-957452FE2637}" type="presOf" srcId="{54EE81D7-684B-489A-8E78-61E5E753AC9E}" destId="{709E18D8-A0BC-42D3-A788-0D66EC89EC1F}" srcOrd="0" destOrd="0" presId="urn:microsoft.com/office/officeart/2009/layout/CirclePictureHierarchy"/>
    <dgm:cxn modelId="{5532BD43-D561-436F-B126-73C82644CFF8}" type="presOf" srcId="{1702A609-B96C-4C6C-9899-06400E5D5C69}" destId="{CFDEF0D8-2748-4450-B86D-18F0C448CFC8}" srcOrd="0" destOrd="0" presId="urn:microsoft.com/office/officeart/2009/layout/CirclePictureHierarchy"/>
    <dgm:cxn modelId="{3F784045-81DA-467B-AE94-7FDC945C1452}" srcId="{7B14849A-1546-4677-98A8-E4484DF51894}" destId="{FDD63724-165E-4914-BDDD-00198758B5E9}" srcOrd="0" destOrd="0" parTransId="{CD0E53AD-3FC0-40A2-BE6B-A2B4D9E3A159}" sibTransId="{4B4317A3-FD6C-44D5-9B99-EFA3949BF910}"/>
    <dgm:cxn modelId="{F2CA6148-E8FB-4059-A9A0-BA99083C083C}" srcId="{FDD63724-165E-4914-BDDD-00198758B5E9}" destId="{E4F8634B-5D1F-44DD-9C89-F81759935EEF}" srcOrd="0" destOrd="0" parTransId="{54EE81D7-684B-489A-8E78-61E5E753AC9E}" sibTransId="{E20F328C-45E5-4733-9E44-EE255AE58946}"/>
    <dgm:cxn modelId="{EE43B048-A71F-47F0-BB42-EF0FA991F747}" type="presOf" srcId="{FDD63724-165E-4914-BDDD-00198758B5E9}" destId="{907B2D93-3AB9-4136-AA52-C166188C6209}" srcOrd="0" destOrd="0" presId="urn:microsoft.com/office/officeart/2009/layout/CirclePictureHierarchy"/>
    <dgm:cxn modelId="{8C92744B-491A-4D67-8C27-5DE74749F4A5}" type="presOf" srcId="{6EB12FDD-F9D4-47FF-BEF0-B9B472A5CF8D}" destId="{196882E0-9628-4EA5-A851-B65C389E8EA1}" srcOrd="0" destOrd="0" presId="urn:microsoft.com/office/officeart/2009/layout/CirclePictureHierarchy"/>
    <dgm:cxn modelId="{1BA0796E-5C88-45C2-845B-48975C93CB8D}" type="presOf" srcId="{3C2C6F8E-A61B-469B-8E9B-D1BBD5DD4486}" destId="{A78CB080-903E-4C7A-8543-389F3333D5D8}" srcOrd="0" destOrd="0" presId="urn:microsoft.com/office/officeart/2009/layout/CirclePictureHierarchy"/>
    <dgm:cxn modelId="{8F80546F-55D8-4536-93C4-56FD19F832C8}" type="presOf" srcId="{DB6ACF4F-7E8B-4D6A-8B12-2CC1CC5E7C6A}" destId="{E84647BC-2FE6-40D5-977E-3AF932A39CB9}" srcOrd="0" destOrd="0" presId="urn:microsoft.com/office/officeart/2009/layout/CirclePictureHierarchy"/>
    <dgm:cxn modelId="{BE173571-0A02-4A0C-BBA8-8FCB91F6C0DA}" type="presOf" srcId="{8A063DCB-11F3-4A88-B53B-C6D076E5A5FF}" destId="{85153D4C-47C9-4655-9A6A-E1F924A2B7F9}" srcOrd="0" destOrd="0" presId="urn:microsoft.com/office/officeart/2009/layout/CirclePictureHierarchy"/>
    <dgm:cxn modelId="{BD162553-2137-43BD-B9F7-7AF5333B8C6E}" srcId="{2D290A3E-0708-42EA-AC12-561E60A53500}" destId="{678C740F-FE87-419F-B415-F2CA8C350B08}" srcOrd="0" destOrd="0" parTransId="{CB639065-EA8D-46AF-A682-125A448A14EA}" sibTransId="{A477A2C5-274B-4AB3-8D76-83986131E773}"/>
    <dgm:cxn modelId="{5AF7D758-568D-4A02-B360-E9BEE70D2A71}" srcId="{DB6ACF4F-7E8B-4D6A-8B12-2CC1CC5E7C6A}" destId="{F31AFA95-DAB3-4FBC-B62D-D8890A5E93FD}" srcOrd="0" destOrd="0" parTransId="{3C2C6F8E-A61B-469B-8E9B-D1BBD5DD4486}" sibTransId="{9AD35DD0-BD7A-4070-AB7B-6B87B62FE842}"/>
    <dgm:cxn modelId="{7040C983-78E9-4FC7-B4FD-B7971ECDE81E}" srcId="{F84119E7-DBA3-4A0A-859C-CDD007A0A7D0}" destId="{DB6ACF4F-7E8B-4D6A-8B12-2CC1CC5E7C6A}" srcOrd="0" destOrd="0" parTransId="{C6F5B8A7-7405-44AE-B6A2-FC68029FE639}" sibTransId="{650A6374-EDE1-4608-BA37-3F49A4E994C8}"/>
    <dgm:cxn modelId="{AE9F85A2-2834-48C1-BD7F-72F3828A50E6}" srcId="{5F78D6CB-71D0-4F2A-8FCD-05946BE6F4B8}" destId="{6EB12FDD-F9D4-47FF-BEF0-B9B472A5CF8D}" srcOrd="0" destOrd="0" parTransId="{1702A609-B96C-4C6C-9899-06400E5D5C69}" sibTransId="{60AD4485-DA47-49A4-8833-175C9E4F3ED3}"/>
    <dgm:cxn modelId="{2D8EA2A7-B805-4AA7-8C12-6B486B4881A8}" type="presOf" srcId="{F84119E7-DBA3-4A0A-859C-CDD007A0A7D0}" destId="{B25EB93A-DAEC-42B1-A798-3A74C1F3A892}" srcOrd="0" destOrd="0" presId="urn:microsoft.com/office/officeart/2009/layout/CirclePictureHierarchy"/>
    <dgm:cxn modelId="{AD3531AD-300A-4E84-B24F-7A5F6E23887D}" srcId="{61D42256-92FE-4A2B-8309-EECB65AC15B8}" destId="{8A063DCB-11F3-4A88-B53B-C6D076E5A5FF}" srcOrd="2" destOrd="0" parTransId="{BB749558-332E-4A85-96FB-5AB4EE087125}" sibTransId="{0CFB8566-784F-483E-A764-400A963F9186}"/>
    <dgm:cxn modelId="{FF8FF3B2-9F34-4A91-AAEE-DEF072175790}" type="presOf" srcId="{25588F6D-9C91-4758-A2AC-AC6A7D19D3A7}" destId="{F110EC74-F6D6-44E1-B166-7CAF290759C0}" srcOrd="0" destOrd="0" presId="urn:microsoft.com/office/officeart/2009/layout/CirclePictureHierarchy"/>
    <dgm:cxn modelId="{307360B5-25FC-41A8-9CFA-090BA1D4A46A}" type="presOf" srcId="{E4F8634B-5D1F-44DD-9C89-F81759935EEF}" destId="{E6305ECC-86B3-41ED-867D-002B27A7D08A}" srcOrd="0" destOrd="0" presId="urn:microsoft.com/office/officeart/2009/layout/CirclePictureHierarchy"/>
    <dgm:cxn modelId="{AD47CCB5-732D-4AEC-8C4F-A3F93C703483}" type="presOf" srcId="{C6F5B8A7-7405-44AE-B6A2-FC68029FE639}" destId="{E0A29182-9B9B-4B08-9643-AE9518C2F568}" srcOrd="0" destOrd="0" presId="urn:microsoft.com/office/officeart/2009/layout/CirclePictureHierarchy"/>
    <dgm:cxn modelId="{75D47DB6-4D28-4900-9055-FEA12237085C}" type="presOf" srcId="{8DF6252E-CC13-4B7B-BF1E-F7F9C7A4558F}" destId="{960112E5-38BF-4555-A70C-BBF0869B6DA5}" srcOrd="0" destOrd="0" presId="urn:microsoft.com/office/officeart/2009/layout/CirclePictureHierarchy"/>
    <dgm:cxn modelId="{F9B535B7-DF43-4301-A298-693240DE9D5C}" type="presOf" srcId="{5F78D6CB-71D0-4F2A-8FCD-05946BE6F4B8}" destId="{54758BAF-E0A6-4566-BE35-D5EF7399C2D6}" srcOrd="0" destOrd="0" presId="urn:microsoft.com/office/officeart/2009/layout/CirclePictureHierarchy"/>
    <dgm:cxn modelId="{D59586B9-D523-4483-8142-FBF9F3AB4CC4}" type="presOf" srcId="{2D290A3E-0708-42EA-AC12-561E60A53500}" destId="{1E05EFA7-BCD8-4508-AB47-6289F6F967FE}" srcOrd="0" destOrd="0" presId="urn:microsoft.com/office/officeart/2009/layout/CirclePictureHierarchy"/>
    <dgm:cxn modelId="{27485FBE-53C9-452A-ADEF-70E86A55EA43}" type="presOf" srcId="{61D42256-92FE-4A2B-8309-EECB65AC15B8}" destId="{38881F41-43BF-4772-B065-36B032FF3A08}" srcOrd="0" destOrd="0" presId="urn:microsoft.com/office/officeart/2009/layout/CirclePictureHierarchy"/>
    <dgm:cxn modelId="{A32FB6C6-0929-4D69-9120-BB90B0FCDA48}" type="presOf" srcId="{BD0BD070-292B-47AD-93F5-478891E1F2D2}" destId="{CED149A3-88BF-48EC-8F48-1E505CD70213}" srcOrd="0" destOrd="0" presId="urn:microsoft.com/office/officeart/2009/layout/CirclePictureHierarchy"/>
    <dgm:cxn modelId="{24301DC9-C7C6-4CA1-A06E-11BA4EB6CDF3}" srcId="{6EB12FDD-F9D4-47FF-BEF0-B9B472A5CF8D}" destId="{F8B856FE-C38C-4627-9661-822FAB4671E0}" srcOrd="0" destOrd="0" parTransId="{BD0BD070-292B-47AD-93F5-478891E1F2D2}" sibTransId="{39238976-B97B-4360-9561-A58789765C12}"/>
    <dgm:cxn modelId="{DB9BC3D4-B3E8-401E-BB4A-A8872AD3C42A}" srcId="{61D42256-92FE-4A2B-8309-EECB65AC15B8}" destId="{2D290A3E-0708-42EA-AC12-561E60A53500}" srcOrd="1" destOrd="0" parTransId="{8540AA03-754C-48BA-8E60-921280791C71}" sibTransId="{D95F9CE6-F2EA-41E6-B566-4EF1892913E9}"/>
    <dgm:cxn modelId="{3010D6D4-7A0C-4DE3-B3C3-177D88170EC9}" srcId="{61D42256-92FE-4A2B-8309-EECB65AC15B8}" destId="{5F78D6CB-71D0-4F2A-8FCD-05946BE6F4B8}" srcOrd="0" destOrd="0" parTransId="{EFC94AD9-2CEF-476F-AAA6-7A9B0C44BEDB}" sibTransId="{2B433E50-8B5F-4D6A-8081-68541AF55073}"/>
    <dgm:cxn modelId="{F93D4BDE-1108-415E-9D77-E6D1798443D8}" type="presOf" srcId="{CB639065-EA8D-46AF-A682-125A448A14EA}" destId="{19E467E9-9141-41A5-90B8-31DDE88A50C7}" srcOrd="0" destOrd="0" presId="urn:microsoft.com/office/officeart/2009/layout/CirclePictureHierarchy"/>
    <dgm:cxn modelId="{B1138FEE-2D80-4C93-8F3D-79BEA673EBA7}" type="presOf" srcId="{F8B856FE-C38C-4627-9661-822FAB4671E0}" destId="{FDD8B89B-3EB0-41C3-8354-3874BD533A3A}" srcOrd="0" destOrd="0" presId="urn:microsoft.com/office/officeart/2009/layout/CirclePictureHierarchy"/>
    <dgm:cxn modelId="{76944EA0-F5DA-4389-8120-8594DBABAC1A}" type="presParOf" srcId="{38881F41-43BF-4772-B065-36B032FF3A08}" destId="{19E11FE8-FA1B-415D-90F1-3616BE70AB39}" srcOrd="0" destOrd="0" presId="urn:microsoft.com/office/officeart/2009/layout/CirclePictureHierarchy"/>
    <dgm:cxn modelId="{CA96D2A8-3E0E-4CF5-A252-17F2B682C245}" type="presParOf" srcId="{19E11FE8-FA1B-415D-90F1-3616BE70AB39}" destId="{304FAC5A-D09D-47A0-AB27-6A66633D2AC6}" srcOrd="0" destOrd="0" presId="urn:microsoft.com/office/officeart/2009/layout/CirclePictureHierarchy"/>
    <dgm:cxn modelId="{1B389AF2-B8BE-434D-88B3-5AE5B84BC335}" type="presParOf" srcId="{304FAC5A-D09D-47A0-AB27-6A66633D2AC6}" destId="{2C39F2F3-259E-4834-8FC5-9AE8DCD9328D}" srcOrd="0" destOrd="0" presId="urn:microsoft.com/office/officeart/2009/layout/CirclePictureHierarchy"/>
    <dgm:cxn modelId="{3345D94E-52DC-43C9-8522-4E7F6086516D}" type="presParOf" srcId="{304FAC5A-D09D-47A0-AB27-6A66633D2AC6}" destId="{54758BAF-E0A6-4566-BE35-D5EF7399C2D6}" srcOrd="1" destOrd="0" presId="urn:microsoft.com/office/officeart/2009/layout/CirclePictureHierarchy"/>
    <dgm:cxn modelId="{442BFC77-22B4-45CD-8F45-9D3C2B78DADD}" type="presParOf" srcId="{19E11FE8-FA1B-415D-90F1-3616BE70AB39}" destId="{9DF34616-1710-4A70-A1AD-503AC2C68C3C}" srcOrd="1" destOrd="0" presId="urn:microsoft.com/office/officeart/2009/layout/CirclePictureHierarchy"/>
    <dgm:cxn modelId="{C76EB675-EF67-4FE8-9DF7-1E7462DC901F}" type="presParOf" srcId="{9DF34616-1710-4A70-A1AD-503AC2C68C3C}" destId="{CFDEF0D8-2748-4450-B86D-18F0C448CFC8}" srcOrd="0" destOrd="0" presId="urn:microsoft.com/office/officeart/2009/layout/CirclePictureHierarchy"/>
    <dgm:cxn modelId="{40CF61CE-D8A4-433E-8304-77F48A8425B0}" type="presParOf" srcId="{9DF34616-1710-4A70-A1AD-503AC2C68C3C}" destId="{A3AB95AB-7945-4D17-B019-1B176D52765F}" srcOrd="1" destOrd="0" presId="urn:microsoft.com/office/officeart/2009/layout/CirclePictureHierarchy"/>
    <dgm:cxn modelId="{677583EA-B939-4814-942E-EAC791B2E9B1}" type="presParOf" srcId="{A3AB95AB-7945-4D17-B019-1B176D52765F}" destId="{463BD4BE-4285-4E7C-BC75-00335BBFB050}" srcOrd="0" destOrd="0" presId="urn:microsoft.com/office/officeart/2009/layout/CirclePictureHierarchy"/>
    <dgm:cxn modelId="{CAB88C83-3087-4C8C-80DB-4D337D0E648B}" type="presParOf" srcId="{463BD4BE-4285-4E7C-BC75-00335BBFB050}" destId="{D4D12587-D48F-4488-842D-97A8A37F55F9}" srcOrd="0" destOrd="0" presId="urn:microsoft.com/office/officeart/2009/layout/CirclePictureHierarchy"/>
    <dgm:cxn modelId="{9109769F-9C7F-481A-90C0-0B8E982D031C}" type="presParOf" srcId="{463BD4BE-4285-4E7C-BC75-00335BBFB050}" destId="{196882E0-9628-4EA5-A851-B65C389E8EA1}" srcOrd="1" destOrd="0" presId="urn:microsoft.com/office/officeart/2009/layout/CirclePictureHierarchy"/>
    <dgm:cxn modelId="{D2B4EA22-901C-487B-8130-BDA7FCE651B5}" type="presParOf" srcId="{A3AB95AB-7945-4D17-B019-1B176D52765F}" destId="{0F118F7F-D2EC-4459-9839-071B3BD9F32F}" srcOrd="1" destOrd="0" presId="urn:microsoft.com/office/officeart/2009/layout/CirclePictureHierarchy"/>
    <dgm:cxn modelId="{E9902AA6-FAFD-4828-9877-2ACCFB254ABA}" type="presParOf" srcId="{0F118F7F-D2EC-4459-9839-071B3BD9F32F}" destId="{CED149A3-88BF-48EC-8F48-1E505CD70213}" srcOrd="0" destOrd="0" presId="urn:microsoft.com/office/officeart/2009/layout/CirclePictureHierarchy"/>
    <dgm:cxn modelId="{90545514-463D-4EB5-AA03-7CADE583C874}" type="presParOf" srcId="{0F118F7F-D2EC-4459-9839-071B3BD9F32F}" destId="{E73AD37E-B73D-469E-B4DB-16F1C2B86FCB}" srcOrd="1" destOrd="0" presId="urn:microsoft.com/office/officeart/2009/layout/CirclePictureHierarchy"/>
    <dgm:cxn modelId="{E3B7E6C8-5336-4446-9F23-FA32C98CF14E}" type="presParOf" srcId="{E73AD37E-B73D-469E-B4DB-16F1C2B86FCB}" destId="{E54829B5-1323-4731-8FE2-299312EF5CB3}" srcOrd="0" destOrd="0" presId="urn:microsoft.com/office/officeart/2009/layout/CirclePictureHierarchy"/>
    <dgm:cxn modelId="{B67C8A3E-8676-4CAB-8CE7-83863E4BE6EC}" type="presParOf" srcId="{E54829B5-1323-4731-8FE2-299312EF5CB3}" destId="{D56BCE72-75DC-4E51-BC6F-F88CAC5C84F5}" srcOrd="0" destOrd="0" presId="urn:microsoft.com/office/officeart/2009/layout/CirclePictureHierarchy"/>
    <dgm:cxn modelId="{901A834D-11FA-4429-A3E5-1A6EA5E90446}" type="presParOf" srcId="{E54829B5-1323-4731-8FE2-299312EF5CB3}" destId="{FDD8B89B-3EB0-41C3-8354-3874BD533A3A}" srcOrd="1" destOrd="0" presId="urn:microsoft.com/office/officeart/2009/layout/CirclePictureHierarchy"/>
    <dgm:cxn modelId="{827107FA-C6D6-4630-8D21-C70EA5E98627}" type="presParOf" srcId="{E73AD37E-B73D-469E-B4DB-16F1C2B86FCB}" destId="{6ECBD8D7-2F11-4D34-8662-896A1FF314FC}" srcOrd="1" destOrd="0" presId="urn:microsoft.com/office/officeart/2009/layout/CirclePictureHierarchy"/>
    <dgm:cxn modelId="{24021EC0-FCDE-441E-9EC9-A375222E5049}" type="presParOf" srcId="{38881F41-43BF-4772-B065-36B032FF3A08}" destId="{B6A7FEB4-B487-4B45-8D22-BB19F40BA991}" srcOrd="1" destOrd="0" presId="urn:microsoft.com/office/officeart/2009/layout/CirclePictureHierarchy"/>
    <dgm:cxn modelId="{A717AB7F-61F4-4B81-89F0-ECBADD1F383E}" type="presParOf" srcId="{B6A7FEB4-B487-4B45-8D22-BB19F40BA991}" destId="{CB0A8785-AB8E-413A-9BE1-A4E1FFD9FCE9}" srcOrd="0" destOrd="0" presId="urn:microsoft.com/office/officeart/2009/layout/CirclePictureHierarchy"/>
    <dgm:cxn modelId="{E5F31D3D-6F8C-4B2D-B7ED-04F4C7749C3C}" type="presParOf" srcId="{CB0A8785-AB8E-413A-9BE1-A4E1FFD9FCE9}" destId="{2D5561A6-3003-414D-9CB0-CF368EE87E0B}" srcOrd="0" destOrd="0" presId="urn:microsoft.com/office/officeart/2009/layout/CirclePictureHierarchy"/>
    <dgm:cxn modelId="{4C0590B3-7923-47E3-ACDE-E427688E4B0C}" type="presParOf" srcId="{CB0A8785-AB8E-413A-9BE1-A4E1FFD9FCE9}" destId="{1E05EFA7-BCD8-4508-AB47-6289F6F967FE}" srcOrd="1" destOrd="0" presId="urn:microsoft.com/office/officeart/2009/layout/CirclePictureHierarchy"/>
    <dgm:cxn modelId="{80FC60AC-6D71-4D6A-9BA5-FE225C889D81}" type="presParOf" srcId="{B6A7FEB4-B487-4B45-8D22-BB19F40BA991}" destId="{0FD7663B-3E0E-42DA-8FC5-226F5168534A}" srcOrd="1" destOrd="0" presId="urn:microsoft.com/office/officeart/2009/layout/CirclePictureHierarchy"/>
    <dgm:cxn modelId="{38B37A4B-E3B9-4DDB-B655-DFA714562A56}" type="presParOf" srcId="{0FD7663B-3E0E-42DA-8FC5-226F5168534A}" destId="{19E467E9-9141-41A5-90B8-31DDE88A50C7}" srcOrd="0" destOrd="0" presId="urn:microsoft.com/office/officeart/2009/layout/CirclePictureHierarchy"/>
    <dgm:cxn modelId="{A34B87C3-84B8-4E93-9300-4A176C04873D}" type="presParOf" srcId="{0FD7663B-3E0E-42DA-8FC5-226F5168534A}" destId="{F865C381-C70C-40FD-BDFE-CC5660DDEEF9}" srcOrd="1" destOrd="0" presId="urn:microsoft.com/office/officeart/2009/layout/CirclePictureHierarchy"/>
    <dgm:cxn modelId="{7837B1FD-1596-427D-BD38-A8BA5E9DD7D0}" type="presParOf" srcId="{F865C381-C70C-40FD-BDFE-CC5660DDEEF9}" destId="{1AE6DFC4-DC7E-4721-A6C4-DC104F8B86F7}" srcOrd="0" destOrd="0" presId="urn:microsoft.com/office/officeart/2009/layout/CirclePictureHierarchy"/>
    <dgm:cxn modelId="{1FFA6EDE-1187-443E-A88B-C5A646CA9E59}" type="presParOf" srcId="{1AE6DFC4-DC7E-4721-A6C4-DC104F8B86F7}" destId="{A22D1742-CEF5-4380-954B-0F319BD3F447}" srcOrd="0" destOrd="0" presId="urn:microsoft.com/office/officeart/2009/layout/CirclePictureHierarchy"/>
    <dgm:cxn modelId="{006C2499-FC37-4D53-B770-8E8587F8EA1A}" type="presParOf" srcId="{1AE6DFC4-DC7E-4721-A6C4-DC104F8B86F7}" destId="{64CCF63D-3BC3-4876-84B3-F7468938945B}" srcOrd="1" destOrd="0" presId="urn:microsoft.com/office/officeart/2009/layout/CirclePictureHierarchy"/>
    <dgm:cxn modelId="{4891315B-69DF-4CF9-9E86-8D1E705A5CE0}" type="presParOf" srcId="{F865C381-C70C-40FD-BDFE-CC5660DDEEF9}" destId="{846506CD-5DF7-496E-81B0-04B658B1E553}" srcOrd="1" destOrd="0" presId="urn:microsoft.com/office/officeart/2009/layout/CirclePictureHierarchy"/>
    <dgm:cxn modelId="{02E2EDD0-4347-474E-93C8-69E72449132A}" type="presParOf" srcId="{846506CD-5DF7-496E-81B0-04B658B1E553}" destId="{960112E5-38BF-4555-A70C-BBF0869B6DA5}" srcOrd="0" destOrd="0" presId="urn:microsoft.com/office/officeart/2009/layout/CirclePictureHierarchy"/>
    <dgm:cxn modelId="{001C84E8-5BBC-417E-8FDF-3DACE8137725}" type="presParOf" srcId="{846506CD-5DF7-496E-81B0-04B658B1E553}" destId="{DE1E9740-21D7-4041-BC21-51749B432F93}" srcOrd="1" destOrd="0" presId="urn:microsoft.com/office/officeart/2009/layout/CirclePictureHierarchy"/>
    <dgm:cxn modelId="{A2C2AD30-4C6C-4E59-B825-1488DB5ADBF5}" type="presParOf" srcId="{DE1E9740-21D7-4041-BC21-51749B432F93}" destId="{A9E1E626-B23A-40EE-8591-E91C26AD1B31}" srcOrd="0" destOrd="0" presId="urn:microsoft.com/office/officeart/2009/layout/CirclePictureHierarchy"/>
    <dgm:cxn modelId="{8B733272-78CD-4F95-BA6C-B366D400883A}" type="presParOf" srcId="{A9E1E626-B23A-40EE-8591-E91C26AD1B31}" destId="{7948AB32-2768-460D-8FFD-9C2001C0EF86}" srcOrd="0" destOrd="0" presId="urn:microsoft.com/office/officeart/2009/layout/CirclePictureHierarchy"/>
    <dgm:cxn modelId="{B82B9B0F-CA37-40E8-B45B-A093B220673B}" type="presParOf" srcId="{A9E1E626-B23A-40EE-8591-E91C26AD1B31}" destId="{F110EC74-F6D6-44E1-B166-7CAF290759C0}" srcOrd="1" destOrd="0" presId="urn:microsoft.com/office/officeart/2009/layout/CirclePictureHierarchy"/>
    <dgm:cxn modelId="{8F8500C5-84E0-41CA-9E25-67716A6FCF38}" type="presParOf" srcId="{DE1E9740-21D7-4041-BC21-51749B432F93}" destId="{BD15827D-01FC-442C-885C-F05935C02970}" srcOrd="1" destOrd="0" presId="urn:microsoft.com/office/officeart/2009/layout/CirclePictureHierarchy"/>
    <dgm:cxn modelId="{E1F420BE-2EE0-4841-91F2-F31C9E372052}" type="presParOf" srcId="{38881F41-43BF-4772-B065-36B032FF3A08}" destId="{243C83DE-1BD6-41CA-9387-A79FF1FF9478}" srcOrd="2" destOrd="0" presId="urn:microsoft.com/office/officeart/2009/layout/CirclePictureHierarchy"/>
    <dgm:cxn modelId="{DCEEDE8C-630F-4DED-B184-85D096341D6A}" type="presParOf" srcId="{243C83DE-1BD6-41CA-9387-A79FF1FF9478}" destId="{A542BBB8-4975-442F-85E1-E70037AB792B}" srcOrd="0" destOrd="0" presId="urn:microsoft.com/office/officeart/2009/layout/CirclePictureHierarchy"/>
    <dgm:cxn modelId="{16FB4A44-1731-4A77-A3A4-7FD84B07D199}" type="presParOf" srcId="{A542BBB8-4975-442F-85E1-E70037AB792B}" destId="{52EF77FB-2AFF-473C-B3A6-E04E9356DCEC}" srcOrd="0" destOrd="0" presId="urn:microsoft.com/office/officeart/2009/layout/CirclePictureHierarchy"/>
    <dgm:cxn modelId="{11AA08B8-5FA4-48AF-B20B-2C99D79C2DDE}" type="presParOf" srcId="{A542BBB8-4975-442F-85E1-E70037AB792B}" destId="{85153D4C-47C9-4655-9A6A-E1F924A2B7F9}" srcOrd="1" destOrd="0" presId="urn:microsoft.com/office/officeart/2009/layout/CirclePictureHierarchy"/>
    <dgm:cxn modelId="{ED4B03C6-BF3A-4E2D-B42D-60B2AD8AD1B6}" type="presParOf" srcId="{243C83DE-1BD6-41CA-9387-A79FF1FF9478}" destId="{A5D6873F-7E2A-46D5-931C-31D3314BD629}" srcOrd="1" destOrd="0" presId="urn:microsoft.com/office/officeart/2009/layout/CirclePictureHierarchy"/>
    <dgm:cxn modelId="{E88FE1DD-7F03-434D-9168-A3D25D8F4097}" type="presParOf" srcId="{A5D6873F-7E2A-46D5-931C-31D3314BD629}" destId="{DDD2AEB8-AAEF-42BB-A3B7-92AB4F3F36B4}" srcOrd="0" destOrd="0" presId="urn:microsoft.com/office/officeart/2009/layout/CirclePictureHierarchy"/>
    <dgm:cxn modelId="{27DA8E53-2203-40E5-B242-623A68A3270B}" type="presParOf" srcId="{A5D6873F-7E2A-46D5-931C-31D3314BD629}" destId="{69BD5674-17E3-4994-A7D0-621897280CE5}" srcOrd="1" destOrd="0" presId="urn:microsoft.com/office/officeart/2009/layout/CirclePictureHierarchy"/>
    <dgm:cxn modelId="{2ECD4F6C-D4AC-43B8-9980-3579392EDC95}" type="presParOf" srcId="{69BD5674-17E3-4994-A7D0-621897280CE5}" destId="{B0827AD0-D1D4-4AE3-812F-A4EC0CE0362B}" srcOrd="0" destOrd="0" presId="urn:microsoft.com/office/officeart/2009/layout/CirclePictureHierarchy"/>
    <dgm:cxn modelId="{A1FFF409-94DE-4B37-8097-326E9F522EE6}" type="presParOf" srcId="{B0827AD0-D1D4-4AE3-812F-A4EC0CE0362B}" destId="{59E329C4-94F8-419B-BC47-B99614AC1758}" srcOrd="0" destOrd="0" presId="urn:microsoft.com/office/officeart/2009/layout/CirclePictureHierarchy"/>
    <dgm:cxn modelId="{9A5313E6-2C71-4FFE-8F59-0C0B7444C461}" type="presParOf" srcId="{B0827AD0-D1D4-4AE3-812F-A4EC0CE0362B}" destId="{B25EB93A-DAEC-42B1-A798-3A74C1F3A892}" srcOrd="1" destOrd="0" presId="urn:microsoft.com/office/officeart/2009/layout/CirclePictureHierarchy"/>
    <dgm:cxn modelId="{EFF4F300-40A3-400E-92ED-BC986E1C3BE5}" type="presParOf" srcId="{69BD5674-17E3-4994-A7D0-621897280CE5}" destId="{A4D4A60D-5FBD-41FE-82AD-3EDE63729D79}" srcOrd="1" destOrd="0" presId="urn:microsoft.com/office/officeart/2009/layout/CirclePictureHierarchy"/>
    <dgm:cxn modelId="{83CA4EF9-2ED2-47E1-9D31-F6D6952616DF}" type="presParOf" srcId="{A4D4A60D-5FBD-41FE-82AD-3EDE63729D79}" destId="{E0A29182-9B9B-4B08-9643-AE9518C2F568}" srcOrd="0" destOrd="0" presId="urn:microsoft.com/office/officeart/2009/layout/CirclePictureHierarchy"/>
    <dgm:cxn modelId="{406AD155-D1E1-4C22-9A19-C31741871E11}" type="presParOf" srcId="{A4D4A60D-5FBD-41FE-82AD-3EDE63729D79}" destId="{303BCF75-8E3E-44F5-B046-BC543A69EC66}" srcOrd="1" destOrd="0" presId="urn:microsoft.com/office/officeart/2009/layout/CirclePictureHierarchy"/>
    <dgm:cxn modelId="{4D386C29-C4D6-4C58-BA66-81C8FC52307E}" type="presParOf" srcId="{303BCF75-8E3E-44F5-B046-BC543A69EC66}" destId="{F0ED9B75-1C59-42DF-9EC0-2E037743D41E}" srcOrd="0" destOrd="0" presId="urn:microsoft.com/office/officeart/2009/layout/CirclePictureHierarchy"/>
    <dgm:cxn modelId="{B383B894-78A8-40AE-914C-6729023F939D}" type="presParOf" srcId="{F0ED9B75-1C59-42DF-9EC0-2E037743D41E}" destId="{75E7DEA4-93A1-4C15-AB24-D510CA6AD042}" srcOrd="0" destOrd="0" presId="urn:microsoft.com/office/officeart/2009/layout/CirclePictureHierarchy"/>
    <dgm:cxn modelId="{D9DF9C95-2BD6-4654-8B77-58BBE11FC13B}" type="presParOf" srcId="{F0ED9B75-1C59-42DF-9EC0-2E037743D41E}" destId="{E84647BC-2FE6-40D5-977E-3AF932A39CB9}" srcOrd="1" destOrd="0" presId="urn:microsoft.com/office/officeart/2009/layout/CirclePictureHierarchy"/>
    <dgm:cxn modelId="{4EDFFEBD-E23E-46CC-9FE3-CD5B67DD43C2}" type="presParOf" srcId="{303BCF75-8E3E-44F5-B046-BC543A69EC66}" destId="{9A7CE1B2-1740-4793-833A-A4CB9924C201}" srcOrd="1" destOrd="0" presId="urn:microsoft.com/office/officeart/2009/layout/CirclePictureHierarchy"/>
    <dgm:cxn modelId="{9311549C-A83A-48A4-82CB-AEEC48B6A6D8}" type="presParOf" srcId="{9A7CE1B2-1740-4793-833A-A4CB9924C201}" destId="{A78CB080-903E-4C7A-8543-389F3333D5D8}" srcOrd="0" destOrd="0" presId="urn:microsoft.com/office/officeart/2009/layout/CirclePictureHierarchy"/>
    <dgm:cxn modelId="{CB2A61D6-FC5C-454F-9509-B70EC5FC9A54}" type="presParOf" srcId="{9A7CE1B2-1740-4793-833A-A4CB9924C201}" destId="{CFED2C9E-7702-427A-A12D-481A900E9AFD}" srcOrd="1" destOrd="0" presId="urn:microsoft.com/office/officeart/2009/layout/CirclePictureHierarchy"/>
    <dgm:cxn modelId="{34E778B6-D8AF-466D-A877-F0B8808070AE}" type="presParOf" srcId="{CFED2C9E-7702-427A-A12D-481A900E9AFD}" destId="{7774F635-D578-4A5A-A7EC-8DFDE3F54F17}" srcOrd="0" destOrd="0" presId="urn:microsoft.com/office/officeart/2009/layout/CirclePictureHierarchy"/>
    <dgm:cxn modelId="{3BD8D5AA-E674-4501-B7EE-48D21AC9B65D}" type="presParOf" srcId="{7774F635-D578-4A5A-A7EC-8DFDE3F54F17}" destId="{D5BF3127-BB62-4E57-AC21-99516E2769D2}" srcOrd="0" destOrd="0" presId="urn:microsoft.com/office/officeart/2009/layout/CirclePictureHierarchy"/>
    <dgm:cxn modelId="{4C8B7EF5-9487-4E3B-BA2B-38B49401532D}" type="presParOf" srcId="{7774F635-D578-4A5A-A7EC-8DFDE3F54F17}" destId="{90E1EFBC-8325-44CE-9CD6-96B32F321BED}" srcOrd="1" destOrd="0" presId="urn:microsoft.com/office/officeart/2009/layout/CirclePictureHierarchy"/>
    <dgm:cxn modelId="{FED793E2-2E02-4D15-A5FB-C359D1C4FB83}" type="presParOf" srcId="{CFED2C9E-7702-427A-A12D-481A900E9AFD}" destId="{A7B964A9-3EF6-48BB-806B-AB81AD882A7A}" srcOrd="1" destOrd="0" presId="urn:microsoft.com/office/officeart/2009/layout/CirclePictureHierarchy"/>
    <dgm:cxn modelId="{740E8E5E-5495-461F-985C-69D51CDC5BD2}" type="presParOf" srcId="{38881F41-43BF-4772-B065-36B032FF3A08}" destId="{5DC19317-8400-4FD5-8509-FDD1E96CE9AF}" srcOrd="3" destOrd="0" presId="urn:microsoft.com/office/officeart/2009/layout/CirclePictureHierarchy"/>
    <dgm:cxn modelId="{BFF4F3F0-07B8-4DAE-8C3C-5DA0FAACB701}" type="presParOf" srcId="{5DC19317-8400-4FD5-8509-FDD1E96CE9AF}" destId="{07AF6626-3970-43A2-A39F-AEBAEBB64E3C}" srcOrd="0" destOrd="0" presId="urn:microsoft.com/office/officeart/2009/layout/CirclePictureHierarchy"/>
    <dgm:cxn modelId="{01C932A2-1211-4E7A-B732-EFC4B0C18073}" type="presParOf" srcId="{07AF6626-3970-43A2-A39F-AEBAEBB64E3C}" destId="{F72BC338-E3CB-4D24-8403-3FA917A46769}" srcOrd="0" destOrd="0" presId="urn:microsoft.com/office/officeart/2009/layout/CirclePictureHierarchy"/>
    <dgm:cxn modelId="{99F83DFD-8E37-4A69-8162-53099B477CAC}" type="presParOf" srcId="{07AF6626-3970-43A2-A39F-AEBAEBB64E3C}" destId="{1A5EA566-01D9-4E78-8EF1-8FF323F06D96}" srcOrd="1" destOrd="0" presId="urn:microsoft.com/office/officeart/2009/layout/CirclePictureHierarchy"/>
    <dgm:cxn modelId="{90CFF32C-0F77-4DEC-86D6-D6AC881A870F}" type="presParOf" srcId="{5DC19317-8400-4FD5-8509-FDD1E96CE9AF}" destId="{C6CBFD2B-DDA9-46AC-9BA8-0776894335ED}" srcOrd="1" destOrd="0" presId="urn:microsoft.com/office/officeart/2009/layout/CirclePictureHierarchy"/>
    <dgm:cxn modelId="{12A951E0-2D54-403A-8067-1D8FE5E0F6F8}" type="presParOf" srcId="{C6CBFD2B-DDA9-46AC-9BA8-0776894335ED}" destId="{B6057B34-AF4D-495C-B3B1-CE28330FC4BD}" srcOrd="0" destOrd="0" presId="urn:microsoft.com/office/officeart/2009/layout/CirclePictureHierarchy"/>
    <dgm:cxn modelId="{C55BEED4-9D23-4906-89E0-E87775300EDD}" type="presParOf" srcId="{C6CBFD2B-DDA9-46AC-9BA8-0776894335ED}" destId="{3EAFF9EF-B7F3-4B15-B111-14FC1EB7E5A8}" srcOrd="1" destOrd="0" presId="urn:microsoft.com/office/officeart/2009/layout/CirclePictureHierarchy"/>
    <dgm:cxn modelId="{5D3FA42A-E83A-4E9A-A474-862BAB6D8672}" type="presParOf" srcId="{3EAFF9EF-B7F3-4B15-B111-14FC1EB7E5A8}" destId="{EE852AF0-FFD5-438A-85C0-7BAB6DC2E9E1}" srcOrd="0" destOrd="0" presId="urn:microsoft.com/office/officeart/2009/layout/CirclePictureHierarchy"/>
    <dgm:cxn modelId="{2A568DEA-B966-42EB-84F2-2F98C6E64A12}" type="presParOf" srcId="{EE852AF0-FFD5-438A-85C0-7BAB6DC2E9E1}" destId="{242BFE63-5070-4A68-BC9B-85514CB2A17A}" srcOrd="0" destOrd="0" presId="urn:microsoft.com/office/officeart/2009/layout/CirclePictureHierarchy"/>
    <dgm:cxn modelId="{703C1A32-6AE7-4C6D-BA63-EDB52DAE35FD}" type="presParOf" srcId="{EE852AF0-FFD5-438A-85C0-7BAB6DC2E9E1}" destId="{907B2D93-3AB9-4136-AA52-C166188C6209}" srcOrd="1" destOrd="0" presId="urn:microsoft.com/office/officeart/2009/layout/CirclePictureHierarchy"/>
    <dgm:cxn modelId="{86B378AA-D9E6-4C31-8FF1-2F1BDB5F4F1D}" type="presParOf" srcId="{3EAFF9EF-B7F3-4B15-B111-14FC1EB7E5A8}" destId="{99EEDD76-B8E2-41F4-A62D-491863DE6FF3}" srcOrd="1" destOrd="0" presId="urn:microsoft.com/office/officeart/2009/layout/CirclePictureHierarchy"/>
    <dgm:cxn modelId="{6A8D9FF9-AC73-4A63-B347-5B81540171CB}" type="presParOf" srcId="{99EEDD76-B8E2-41F4-A62D-491863DE6FF3}" destId="{709E18D8-A0BC-42D3-A788-0D66EC89EC1F}" srcOrd="0" destOrd="0" presId="urn:microsoft.com/office/officeart/2009/layout/CirclePictureHierarchy"/>
    <dgm:cxn modelId="{B94827DD-E8DA-42BC-AD8B-22FDFF33C41D}" type="presParOf" srcId="{99EEDD76-B8E2-41F4-A62D-491863DE6FF3}" destId="{DCACABF3-4CD5-4235-8CA2-F3FDACDC5DAC}" srcOrd="1" destOrd="0" presId="urn:microsoft.com/office/officeart/2009/layout/CirclePictureHierarchy"/>
    <dgm:cxn modelId="{3F6B2C34-89C7-405F-B2A8-785ACA84BF9D}" type="presParOf" srcId="{DCACABF3-4CD5-4235-8CA2-F3FDACDC5DAC}" destId="{5C211815-76E2-4284-8852-DFEE0E5CE92B}" srcOrd="0" destOrd="0" presId="urn:microsoft.com/office/officeart/2009/layout/CirclePictureHierarchy"/>
    <dgm:cxn modelId="{E3535569-88C9-4F35-8E9C-F2365EA9B1BD}" type="presParOf" srcId="{5C211815-76E2-4284-8852-DFEE0E5CE92B}" destId="{04E25CA5-335F-4DF6-9A54-74AE00A8B729}" srcOrd="0" destOrd="0" presId="urn:microsoft.com/office/officeart/2009/layout/CirclePictureHierarchy"/>
    <dgm:cxn modelId="{97A9FA9C-3E3B-447D-872E-9AF9B5FF6993}" type="presParOf" srcId="{5C211815-76E2-4284-8852-DFEE0E5CE92B}" destId="{E6305ECC-86B3-41ED-867D-002B27A7D08A}" srcOrd="1" destOrd="0" presId="urn:microsoft.com/office/officeart/2009/layout/CirclePictureHierarchy"/>
    <dgm:cxn modelId="{3EA581BC-3CBA-4348-B389-7060E90A3D15}" type="presParOf" srcId="{DCACABF3-4CD5-4235-8CA2-F3FDACDC5DAC}" destId="{0B3F3CAD-2C41-4747-8509-0EE9EDC6D1E5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1D42256-92FE-4A2B-8309-EECB65AC15B8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2D290A3E-0708-42EA-AC12-561E60A53500}">
      <dgm:prSet phldrT="[Text]"/>
      <dgm:spPr/>
      <dgm:t>
        <a:bodyPr/>
        <a:lstStyle/>
        <a:p>
          <a:r>
            <a:rPr lang="en-US" dirty="0"/>
            <a:t>DIPLOMA KOMPETENSI ELEKTRIK (KUASA) (DCP)</a:t>
          </a:r>
          <a:endParaRPr lang="en-MY" dirty="0"/>
        </a:p>
      </dgm:t>
    </dgm:pt>
    <dgm:pt modelId="{8540AA03-754C-48BA-8E60-921280791C71}" type="parTrans" cxnId="{DB9BC3D4-B3E8-401E-BB4A-A8872AD3C42A}">
      <dgm:prSet/>
      <dgm:spPr/>
      <dgm:t>
        <a:bodyPr/>
        <a:lstStyle/>
        <a:p>
          <a:endParaRPr lang="en-MY"/>
        </a:p>
      </dgm:t>
    </dgm:pt>
    <dgm:pt modelId="{D95F9CE6-F2EA-41E6-B566-4EF1892913E9}" type="sibTrans" cxnId="{DB9BC3D4-B3E8-401E-BB4A-A8872AD3C42A}">
      <dgm:prSet/>
      <dgm:spPr/>
      <dgm:t>
        <a:bodyPr/>
        <a:lstStyle/>
        <a:p>
          <a:endParaRPr lang="en-MY"/>
        </a:p>
      </dgm:t>
    </dgm:pt>
    <dgm:pt modelId="{678C740F-FE87-419F-B415-F2CA8C350B08}">
      <dgm:prSet phldrT="[Text]" phldr="0"/>
      <dgm:spPr/>
      <dgm:t>
        <a:bodyPr/>
        <a:lstStyle/>
        <a:p>
          <a:r>
            <a:rPr lang="en-MY" dirty="0"/>
            <a:t>KETUA JABATAN ELEKTRIK</a:t>
          </a:r>
        </a:p>
      </dgm:t>
    </dgm:pt>
    <dgm:pt modelId="{CB639065-EA8D-46AF-A682-125A448A14EA}" type="parTrans" cxnId="{BD162553-2137-43BD-B9F7-7AF5333B8C6E}">
      <dgm:prSet/>
      <dgm:spPr/>
      <dgm:t>
        <a:bodyPr/>
        <a:lstStyle/>
        <a:p>
          <a:endParaRPr lang="en-MY"/>
        </a:p>
      </dgm:t>
    </dgm:pt>
    <dgm:pt modelId="{A477A2C5-274B-4AB3-8D76-83986131E773}" type="sibTrans" cxnId="{BD162553-2137-43BD-B9F7-7AF5333B8C6E}">
      <dgm:prSet/>
      <dgm:spPr/>
      <dgm:t>
        <a:bodyPr/>
        <a:lstStyle/>
        <a:p>
          <a:endParaRPr lang="en-MY"/>
        </a:p>
      </dgm:t>
    </dgm:pt>
    <dgm:pt modelId="{8A063DCB-11F3-4A88-B53B-C6D076E5A5FF}">
      <dgm:prSet phldrT="[Text]"/>
      <dgm:spPr/>
      <dgm:t>
        <a:bodyPr/>
        <a:lstStyle/>
        <a:p>
          <a:r>
            <a:rPr lang="en-US" dirty="0"/>
            <a:t>DIPLOMA LANJUTAN KOMPETENSI ELEKTRIK (PENJANAAN) (DCB) </a:t>
          </a:r>
          <a:endParaRPr lang="en-MY" dirty="0"/>
        </a:p>
      </dgm:t>
    </dgm:pt>
    <dgm:pt modelId="{BB749558-332E-4A85-96FB-5AB4EE087125}" type="parTrans" cxnId="{AD3531AD-300A-4E84-B24F-7A5F6E23887D}">
      <dgm:prSet/>
      <dgm:spPr/>
      <dgm:t>
        <a:bodyPr/>
        <a:lstStyle/>
        <a:p>
          <a:endParaRPr lang="en-MY"/>
        </a:p>
      </dgm:t>
    </dgm:pt>
    <dgm:pt modelId="{0CFB8566-784F-483E-A764-400A963F9186}" type="sibTrans" cxnId="{AD3531AD-300A-4E84-B24F-7A5F6E23887D}">
      <dgm:prSet/>
      <dgm:spPr/>
      <dgm:t>
        <a:bodyPr/>
        <a:lstStyle/>
        <a:p>
          <a:endParaRPr lang="en-MY"/>
        </a:p>
      </dgm:t>
    </dgm:pt>
    <dgm:pt modelId="{F84119E7-DBA3-4A0A-859C-CDD007A0A7D0}">
      <dgm:prSet phldrT="[Text]" phldr="0"/>
      <dgm:spPr/>
      <dgm:t>
        <a:bodyPr/>
        <a:lstStyle/>
        <a:p>
          <a:r>
            <a:rPr lang="en-MY" dirty="0"/>
            <a:t>KETUA JABATAN ELEKTRIK</a:t>
          </a:r>
        </a:p>
      </dgm:t>
    </dgm:pt>
    <dgm:pt modelId="{5EB1826F-889F-407E-87EB-81AB1ACD7C94}" type="parTrans" cxnId="{B592EB21-3ABD-4F10-8483-D801A2C4345E}">
      <dgm:prSet/>
      <dgm:spPr/>
      <dgm:t>
        <a:bodyPr/>
        <a:lstStyle/>
        <a:p>
          <a:endParaRPr lang="en-MY"/>
        </a:p>
      </dgm:t>
    </dgm:pt>
    <dgm:pt modelId="{4E66EAD0-E0A6-43B6-8B8A-6B6CAE364F1B}" type="sibTrans" cxnId="{B592EB21-3ABD-4F10-8483-D801A2C4345E}">
      <dgm:prSet/>
      <dgm:spPr/>
      <dgm:t>
        <a:bodyPr/>
        <a:lstStyle/>
        <a:p>
          <a:endParaRPr lang="en-MY"/>
        </a:p>
      </dgm:t>
    </dgm:pt>
    <dgm:pt modelId="{25588F6D-9C91-4758-A2AC-AC6A7D19D3A7}">
      <dgm:prSet phldrT="[Text]"/>
      <dgm:spPr/>
      <dgm:t>
        <a:bodyPr/>
        <a:lstStyle/>
        <a:p>
          <a:r>
            <a:rPr lang="en-MY" dirty="0"/>
            <a:t>KETUA PROGRAM</a:t>
          </a:r>
        </a:p>
      </dgm:t>
    </dgm:pt>
    <dgm:pt modelId="{8DF6252E-CC13-4B7B-BF1E-F7F9C7A4558F}" type="parTrans" cxnId="{42AF4714-89DA-4088-9439-449B5162C635}">
      <dgm:prSet/>
      <dgm:spPr/>
      <dgm:t>
        <a:bodyPr/>
        <a:lstStyle/>
        <a:p>
          <a:endParaRPr lang="en-MY"/>
        </a:p>
      </dgm:t>
    </dgm:pt>
    <dgm:pt modelId="{1136F292-928E-4453-9A16-EB37DA35D927}" type="sibTrans" cxnId="{42AF4714-89DA-4088-9439-449B5162C635}">
      <dgm:prSet/>
      <dgm:spPr/>
      <dgm:t>
        <a:bodyPr/>
        <a:lstStyle/>
        <a:p>
          <a:endParaRPr lang="en-MY"/>
        </a:p>
      </dgm:t>
    </dgm:pt>
    <dgm:pt modelId="{DB6ACF4F-7E8B-4D6A-8B12-2CC1CC5E7C6A}">
      <dgm:prSet phldrT="[Text]" phldr="0"/>
      <dgm:spPr/>
      <dgm:t>
        <a:bodyPr/>
        <a:lstStyle/>
        <a:p>
          <a:r>
            <a:rPr lang="en-MY" dirty="0"/>
            <a:t>KETUA PROGRAM</a:t>
          </a:r>
        </a:p>
      </dgm:t>
    </dgm:pt>
    <dgm:pt modelId="{C6F5B8A7-7405-44AE-B6A2-FC68029FE639}" type="parTrans" cxnId="{7040C983-78E9-4FC7-B4FD-B7971ECDE81E}">
      <dgm:prSet/>
      <dgm:spPr/>
      <dgm:t>
        <a:bodyPr/>
        <a:lstStyle/>
        <a:p>
          <a:endParaRPr lang="en-MY"/>
        </a:p>
      </dgm:t>
    </dgm:pt>
    <dgm:pt modelId="{650A6374-EDE1-4608-BA37-3F49A4E994C8}" type="sibTrans" cxnId="{7040C983-78E9-4FC7-B4FD-B7971ECDE81E}">
      <dgm:prSet/>
      <dgm:spPr/>
      <dgm:t>
        <a:bodyPr/>
        <a:lstStyle/>
        <a:p>
          <a:endParaRPr lang="en-MY"/>
        </a:p>
      </dgm:t>
    </dgm:pt>
    <dgm:pt modelId="{F31AFA95-DAB3-4FBC-B62D-D8890A5E93FD}">
      <dgm:prSet phldrT="[Text]" phldr="0"/>
      <dgm:spPr/>
      <dgm:t>
        <a:bodyPr/>
        <a:lstStyle/>
        <a:p>
          <a:r>
            <a:rPr lang="en-MY" dirty="0"/>
            <a:t>PENSYARAH</a:t>
          </a:r>
        </a:p>
      </dgm:t>
    </dgm:pt>
    <dgm:pt modelId="{3C2C6F8E-A61B-469B-8E9B-D1BBD5DD4486}" type="parTrans" cxnId="{5AF7D758-568D-4A02-B360-E9BEE70D2A71}">
      <dgm:prSet/>
      <dgm:spPr/>
      <dgm:t>
        <a:bodyPr/>
        <a:lstStyle/>
        <a:p>
          <a:endParaRPr lang="en-MY"/>
        </a:p>
      </dgm:t>
    </dgm:pt>
    <dgm:pt modelId="{9AD35DD0-BD7A-4070-AB7B-6B87B62FE842}" type="sibTrans" cxnId="{5AF7D758-568D-4A02-B360-E9BEE70D2A71}">
      <dgm:prSet/>
      <dgm:spPr/>
      <dgm:t>
        <a:bodyPr/>
        <a:lstStyle/>
        <a:p>
          <a:endParaRPr lang="en-MY"/>
        </a:p>
      </dgm:t>
    </dgm:pt>
    <dgm:pt modelId="{7B14849A-1546-4677-98A8-E4484DF51894}">
      <dgm:prSet phldrT="[Text]" phldr="0"/>
      <dgm:spPr/>
      <dgm:t>
        <a:bodyPr/>
        <a:lstStyle/>
        <a:p>
          <a:r>
            <a:rPr lang="en-US" dirty="0"/>
            <a:t>DIPLOMA KOMPETENSI KIMPALAN (ITW)</a:t>
          </a:r>
          <a:endParaRPr lang="en-MY" dirty="0"/>
        </a:p>
      </dgm:t>
    </dgm:pt>
    <dgm:pt modelId="{BFA8DA1C-82F0-4069-AC5A-4873DA08ED1B}" type="parTrans" cxnId="{57BE271B-0CF2-4A80-A882-D6301E50B199}">
      <dgm:prSet/>
      <dgm:spPr/>
      <dgm:t>
        <a:bodyPr/>
        <a:lstStyle/>
        <a:p>
          <a:endParaRPr lang="en-MY"/>
        </a:p>
      </dgm:t>
    </dgm:pt>
    <dgm:pt modelId="{6AA44A96-6EA2-4960-85D3-213E7729B1C4}" type="sibTrans" cxnId="{57BE271B-0CF2-4A80-A882-D6301E50B199}">
      <dgm:prSet/>
      <dgm:spPr/>
      <dgm:t>
        <a:bodyPr/>
        <a:lstStyle/>
        <a:p>
          <a:endParaRPr lang="en-MY"/>
        </a:p>
      </dgm:t>
    </dgm:pt>
    <dgm:pt modelId="{FDD63724-165E-4914-BDDD-00198758B5E9}">
      <dgm:prSet phldrT="[Text]" phldr="0"/>
      <dgm:spPr/>
      <dgm:t>
        <a:bodyPr/>
        <a:lstStyle/>
        <a:p>
          <a:r>
            <a:rPr lang="en-MY" dirty="0"/>
            <a:t>KETUA JABATAN MEKANIKAL</a:t>
          </a:r>
        </a:p>
      </dgm:t>
    </dgm:pt>
    <dgm:pt modelId="{CD0E53AD-3FC0-40A2-BE6B-A2B4D9E3A159}" type="parTrans" cxnId="{3F784045-81DA-467B-AE94-7FDC945C1452}">
      <dgm:prSet/>
      <dgm:spPr/>
      <dgm:t>
        <a:bodyPr/>
        <a:lstStyle/>
        <a:p>
          <a:endParaRPr lang="en-MY"/>
        </a:p>
      </dgm:t>
    </dgm:pt>
    <dgm:pt modelId="{4B4317A3-FD6C-44D5-9B99-EFA3949BF910}" type="sibTrans" cxnId="{3F784045-81DA-467B-AE94-7FDC945C1452}">
      <dgm:prSet/>
      <dgm:spPr/>
      <dgm:t>
        <a:bodyPr/>
        <a:lstStyle/>
        <a:p>
          <a:endParaRPr lang="en-MY"/>
        </a:p>
      </dgm:t>
    </dgm:pt>
    <dgm:pt modelId="{E4F8634B-5D1F-44DD-9C89-F81759935EEF}">
      <dgm:prSet phldrT="[Text]" phldr="0"/>
      <dgm:spPr/>
      <dgm:t>
        <a:bodyPr/>
        <a:lstStyle/>
        <a:p>
          <a:r>
            <a:rPr lang="en-MY" dirty="0"/>
            <a:t>KETUA PROGRAM</a:t>
          </a:r>
        </a:p>
      </dgm:t>
    </dgm:pt>
    <dgm:pt modelId="{54EE81D7-684B-489A-8E78-61E5E753AC9E}" type="parTrans" cxnId="{F2CA6148-E8FB-4059-A9A0-BA99083C083C}">
      <dgm:prSet/>
      <dgm:spPr/>
      <dgm:t>
        <a:bodyPr/>
        <a:lstStyle/>
        <a:p>
          <a:endParaRPr lang="en-MY"/>
        </a:p>
      </dgm:t>
    </dgm:pt>
    <dgm:pt modelId="{E20F328C-45E5-4733-9E44-EE255AE58946}" type="sibTrans" cxnId="{F2CA6148-E8FB-4059-A9A0-BA99083C083C}">
      <dgm:prSet/>
      <dgm:spPr/>
      <dgm:t>
        <a:bodyPr/>
        <a:lstStyle/>
        <a:p>
          <a:endParaRPr lang="en-MY"/>
        </a:p>
      </dgm:t>
    </dgm:pt>
    <dgm:pt modelId="{EEB68B46-AE67-4906-918F-96103360445F}">
      <dgm:prSet phldrT="[Text]" phldr="0"/>
      <dgm:spPr/>
      <dgm:t>
        <a:bodyPr/>
        <a:lstStyle/>
        <a:p>
          <a:r>
            <a:rPr lang="en-US" dirty="0"/>
            <a:t>DIPLOMA TEKNOLOGI MEKATRONIK  (DGM)</a:t>
          </a:r>
          <a:endParaRPr lang="en-MY" dirty="0"/>
        </a:p>
      </dgm:t>
    </dgm:pt>
    <dgm:pt modelId="{C65F86FE-F3A0-4E43-8BD6-885F9DCC9D5C}" type="parTrans" cxnId="{86480059-58D8-4800-823D-4828C4954931}">
      <dgm:prSet/>
      <dgm:spPr/>
      <dgm:t>
        <a:bodyPr/>
        <a:lstStyle/>
        <a:p>
          <a:endParaRPr lang="en-MY"/>
        </a:p>
      </dgm:t>
    </dgm:pt>
    <dgm:pt modelId="{FE0F456B-968E-4FC1-8CAB-EA6921379ADD}" type="sibTrans" cxnId="{86480059-58D8-4800-823D-4828C4954931}">
      <dgm:prSet/>
      <dgm:spPr/>
      <dgm:t>
        <a:bodyPr/>
        <a:lstStyle/>
        <a:p>
          <a:endParaRPr lang="en-MY"/>
        </a:p>
      </dgm:t>
    </dgm:pt>
    <dgm:pt modelId="{A5422787-5065-4EEA-B572-F5DB91D747D9}">
      <dgm:prSet phldrT="[Text]" phldr="0"/>
      <dgm:spPr/>
      <dgm:t>
        <a:bodyPr/>
        <a:lstStyle/>
        <a:p>
          <a:r>
            <a:rPr lang="en-MY" dirty="0"/>
            <a:t>KETUA PROGRAM</a:t>
          </a:r>
        </a:p>
      </dgm:t>
    </dgm:pt>
    <dgm:pt modelId="{F87EB5C4-BC36-4DAF-9831-8C33A6464957}" type="parTrans" cxnId="{11C6CE05-FC6C-4A91-82EC-4F35D5EC6A2C}">
      <dgm:prSet/>
      <dgm:spPr/>
      <dgm:t>
        <a:bodyPr/>
        <a:lstStyle/>
        <a:p>
          <a:endParaRPr lang="en-MY"/>
        </a:p>
      </dgm:t>
    </dgm:pt>
    <dgm:pt modelId="{F014FB83-C72B-4D64-975E-BAAF10FE930D}" type="sibTrans" cxnId="{11C6CE05-FC6C-4A91-82EC-4F35D5EC6A2C}">
      <dgm:prSet/>
      <dgm:spPr/>
      <dgm:t>
        <a:bodyPr/>
        <a:lstStyle/>
        <a:p>
          <a:endParaRPr lang="en-MY"/>
        </a:p>
      </dgm:t>
    </dgm:pt>
    <dgm:pt modelId="{70D3B237-80AE-4BF2-826B-074645A14CD9}">
      <dgm:prSet phldrT="[Text]" phldr="0"/>
      <dgm:spPr/>
      <dgm:t>
        <a:bodyPr/>
        <a:lstStyle/>
        <a:p>
          <a:r>
            <a:rPr lang="en-MY"/>
            <a:t>PENSYARAH</a:t>
          </a:r>
          <a:endParaRPr lang="en-MY" dirty="0"/>
        </a:p>
      </dgm:t>
    </dgm:pt>
    <dgm:pt modelId="{19F0B04C-80A3-4F70-8781-87CB9B69FB0B}" type="parTrans" cxnId="{54A63D0D-A071-4A3F-9EA5-8DDB26EC08CB}">
      <dgm:prSet/>
      <dgm:spPr/>
      <dgm:t>
        <a:bodyPr/>
        <a:lstStyle/>
        <a:p>
          <a:endParaRPr lang="en-MY"/>
        </a:p>
      </dgm:t>
    </dgm:pt>
    <dgm:pt modelId="{1D7A5777-3B89-4A66-A58F-8ED4CC20C860}" type="sibTrans" cxnId="{54A63D0D-A071-4A3F-9EA5-8DDB26EC08CB}">
      <dgm:prSet/>
      <dgm:spPr/>
      <dgm:t>
        <a:bodyPr/>
        <a:lstStyle/>
        <a:p>
          <a:endParaRPr lang="en-MY"/>
        </a:p>
      </dgm:t>
    </dgm:pt>
    <dgm:pt modelId="{7659AB57-89D2-448F-B6C5-123C8B36A817}">
      <dgm:prSet phldrT="[Text]"/>
      <dgm:spPr/>
      <dgm:t>
        <a:bodyPr/>
        <a:lstStyle/>
        <a:p>
          <a:r>
            <a:rPr lang="en-MY" dirty="0"/>
            <a:t>PENSYARAH</a:t>
          </a:r>
        </a:p>
      </dgm:t>
    </dgm:pt>
    <dgm:pt modelId="{C492368A-E7D8-40C2-AFBE-7547AF1F21AB}" type="parTrans" cxnId="{97CAA4D3-3198-4CF2-9905-5AE0A6A557B5}">
      <dgm:prSet/>
      <dgm:spPr/>
      <dgm:t>
        <a:bodyPr/>
        <a:lstStyle/>
        <a:p>
          <a:endParaRPr lang="en-MY"/>
        </a:p>
      </dgm:t>
    </dgm:pt>
    <dgm:pt modelId="{90927CD7-2062-42A1-B6A0-65D8CA880BC0}" type="sibTrans" cxnId="{97CAA4D3-3198-4CF2-9905-5AE0A6A557B5}">
      <dgm:prSet/>
      <dgm:spPr/>
      <dgm:t>
        <a:bodyPr/>
        <a:lstStyle/>
        <a:p>
          <a:endParaRPr lang="en-MY"/>
        </a:p>
      </dgm:t>
    </dgm:pt>
    <dgm:pt modelId="{C693D1F4-88A7-4E86-8F0C-BD46D425B942}">
      <dgm:prSet phldrT="[Text]" phldr="0"/>
      <dgm:spPr/>
      <dgm:t>
        <a:bodyPr/>
        <a:lstStyle/>
        <a:p>
          <a:r>
            <a:rPr lang="en-MY"/>
            <a:t>PENSYARAH</a:t>
          </a:r>
          <a:endParaRPr lang="en-MY" dirty="0"/>
        </a:p>
      </dgm:t>
    </dgm:pt>
    <dgm:pt modelId="{55968E52-D2C3-4551-9B61-D83073FAE6D4}" type="parTrans" cxnId="{EDFBE8B8-51F2-4040-9EE5-2C11A7AC3393}">
      <dgm:prSet/>
      <dgm:spPr/>
      <dgm:t>
        <a:bodyPr/>
        <a:lstStyle/>
        <a:p>
          <a:endParaRPr lang="en-MY"/>
        </a:p>
      </dgm:t>
    </dgm:pt>
    <dgm:pt modelId="{FB097D49-EF6D-4190-96B6-3273C49AA3CC}" type="sibTrans" cxnId="{EDFBE8B8-51F2-4040-9EE5-2C11A7AC3393}">
      <dgm:prSet/>
      <dgm:spPr/>
      <dgm:t>
        <a:bodyPr/>
        <a:lstStyle/>
        <a:p>
          <a:endParaRPr lang="en-MY"/>
        </a:p>
      </dgm:t>
    </dgm:pt>
    <dgm:pt modelId="{38881F41-43BF-4772-B065-36B032FF3A08}" type="pres">
      <dgm:prSet presAssocID="{61D42256-92FE-4A2B-8309-EECB65AC15B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6A7FEB4-B487-4B45-8D22-BB19F40BA991}" type="pres">
      <dgm:prSet presAssocID="{2D290A3E-0708-42EA-AC12-561E60A53500}" presName="hierRoot1" presStyleCnt="0"/>
      <dgm:spPr/>
    </dgm:pt>
    <dgm:pt modelId="{CB0A8785-AB8E-413A-9BE1-A4E1FFD9FCE9}" type="pres">
      <dgm:prSet presAssocID="{2D290A3E-0708-42EA-AC12-561E60A53500}" presName="composite" presStyleCnt="0"/>
      <dgm:spPr/>
    </dgm:pt>
    <dgm:pt modelId="{2D5561A6-3003-414D-9CB0-CF368EE87E0B}" type="pres">
      <dgm:prSet presAssocID="{2D290A3E-0708-42EA-AC12-561E60A53500}" presName="image" presStyleLbl="node0" presStyleIdx="0" presStyleCnt="4"/>
      <dgm:spPr/>
    </dgm:pt>
    <dgm:pt modelId="{1E05EFA7-BCD8-4508-AB47-6289F6F967FE}" type="pres">
      <dgm:prSet presAssocID="{2D290A3E-0708-42EA-AC12-561E60A53500}" presName="text" presStyleLbl="revTx" presStyleIdx="0" presStyleCnt="15">
        <dgm:presLayoutVars>
          <dgm:chPref val="3"/>
        </dgm:presLayoutVars>
      </dgm:prSet>
      <dgm:spPr/>
    </dgm:pt>
    <dgm:pt modelId="{0FD7663B-3E0E-42DA-8FC5-226F5168534A}" type="pres">
      <dgm:prSet presAssocID="{2D290A3E-0708-42EA-AC12-561E60A53500}" presName="hierChild2" presStyleCnt="0"/>
      <dgm:spPr/>
    </dgm:pt>
    <dgm:pt modelId="{19E467E9-9141-41A5-90B8-31DDE88A50C7}" type="pres">
      <dgm:prSet presAssocID="{CB639065-EA8D-46AF-A682-125A448A14EA}" presName="Name10" presStyleLbl="parChTrans1D2" presStyleIdx="0" presStyleCnt="4"/>
      <dgm:spPr/>
    </dgm:pt>
    <dgm:pt modelId="{F865C381-C70C-40FD-BDFE-CC5660DDEEF9}" type="pres">
      <dgm:prSet presAssocID="{678C740F-FE87-419F-B415-F2CA8C350B08}" presName="hierRoot2" presStyleCnt="0"/>
      <dgm:spPr/>
    </dgm:pt>
    <dgm:pt modelId="{1AE6DFC4-DC7E-4721-A6C4-DC104F8B86F7}" type="pres">
      <dgm:prSet presAssocID="{678C740F-FE87-419F-B415-F2CA8C350B08}" presName="composite2" presStyleCnt="0"/>
      <dgm:spPr/>
    </dgm:pt>
    <dgm:pt modelId="{A22D1742-CEF5-4380-954B-0F319BD3F447}" type="pres">
      <dgm:prSet presAssocID="{678C740F-FE87-419F-B415-F2CA8C350B08}" presName="image2" presStyleLbl="node2" presStyleIdx="0" presStyleCnt="4"/>
      <dgm:spPr/>
    </dgm:pt>
    <dgm:pt modelId="{64CCF63D-3BC3-4876-84B3-F7468938945B}" type="pres">
      <dgm:prSet presAssocID="{678C740F-FE87-419F-B415-F2CA8C350B08}" presName="text2" presStyleLbl="revTx" presStyleIdx="1" presStyleCnt="15">
        <dgm:presLayoutVars>
          <dgm:chPref val="3"/>
        </dgm:presLayoutVars>
      </dgm:prSet>
      <dgm:spPr/>
    </dgm:pt>
    <dgm:pt modelId="{846506CD-5DF7-496E-81B0-04B658B1E553}" type="pres">
      <dgm:prSet presAssocID="{678C740F-FE87-419F-B415-F2CA8C350B08}" presName="hierChild3" presStyleCnt="0"/>
      <dgm:spPr/>
    </dgm:pt>
    <dgm:pt modelId="{960112E5-38BF-4555-A70C-BBF0869B6DA5}" type="pres">
      <dgm:prSet presAssocID="{8DF6252E-CC13-4B7B-BF1E-F7F9C7A4558F}" presName="Name17" presStyleLbl="parChTrans1D3" presStyleIdx="0" presStyleCnt="4"/>
      <dgm:spPr/>
    </dgm:pt>
    <dgm:pt modelId="{DE1E9740-21D7-4041-BC21-51749B432F93}" type="pres">
      <dgm:prSet presAssocID="{25588F6D-9C91-4758-A2AC-AC6A7D19D3A7}" presName="hierRoot3" presStyleCnt="0"/>
      <dgm:spPr/>
    </dgm:pt>
    <dgm:pt modelId="{A9E1E626-B23A-40EE-8591-E91C26AD1B31}" type="pres">
      <dgm:prSet presAssocID="{25588F6D-9C91-4758-A2AC-AC6A7D19D3A7}" presName="composite3" presStyleCnt="0"/>
      <dgm:spPr/>
    </dgm:pt>
    <dgm:pt modelId="{7948AB32-2768-460D-8FFD-9C2001C0EF86}" type="pres">
      <dgm:prSet presAssocID="{25588F6D-9C91-4758-A2AC-AC6A7D19D3A7}" presName="image3" presStyleLbl="node3" presStyleIdx="0" presStyleCnt="4"/>
      <dgm:spPr/>
    </dgm:pt>
    <dgm:pt modelId="{F110EC74-F6D6-44E1-B166-7CAF290759C0}" type="pres">
      <dgm:prSet presAssocID="{25588F6D-9C91-4758-A2AC-AC6A7D19D3A7}" presName="text3" presStyleLbl="revTx" presStyleIdx="2" presStyleCnt="15">
        <dgm:presLayoutVars>
          <dgm:chPref val="3"/>
        </dgm:presLayoutVars>
      </dgm:prSet>
      <dgm:spPr/>
    </dgm:pt>
    <dgm:pt modelId="{BD15827D-01FC-442C-885C-F05935C02970}" type="pres">
      <dgm:prSet presAssocID="{25588F6D-9C91-4758-A2AC-AC6A7D19D3A7}" presName="hierChild4" presStyleCnt="0"/>
      <dgm:spPr/>
    </dgm:pt>
    <dgm:pt modelId="{6D2B66F1-D5D2-4EA4-AF78-E5E0145BADD0}" type="pres">
      <dgm:prSet presAssocID="{C492368A-E7D8-40C2-AFBE-7547AF1F21AB}" presName="Name23" presStyleLbl="parChTrans1D4" presStyleIdx="0" presStyleCnt="3"/>
      <dgm:spPr/>
    </dgm:pt>
    <dgm:pt modelId="{FC971637-932A-449E-9EB3-DC928AC8F339}" type="pres">
      <dgm:prSet presAssocID="{7659AB57-89D2-448F-B6C5-123C8B36A817}" presName="hierRoot4" presStyleCnt="0"/>
      <dgm:spPr/>
    </dgm:pt>
    <dgm:pt modelId="{B7B24206-D4F9-4E2F-ADCA-C55CB12EC196}" type="pres">
      <dgm:prSet presAssocID="{7659AB57-89D2-448F-B6C5-123C8B36A817}" presName="composite4" presStyleCnt="0"/>
      <dgm:spPr/>
    </dgm:pt>
    <dgm:pt modelId="{20C88714-F21A-4301-86CC-7DD8C9ECBA73}" type="pres">
      <dgm:prSet presAssocID="{7659AB57-89D2-448F-B6C5-123C8B36A817}" presName="image4" presStyleLbl="node4" presStyleIdx="0" presStyleCnt="3"/>
      <dgm:spPr/>
    </dgm:pt>
    <dgm:pt modelId="{88B9AAF9-6F52-4A03-B165-11CC1C0EF2D6}" type="pres">
      <dgm:prSet presAssocID="{7659AB57-89D2-448F-B6C5-123C8B36A817}" presName="text4" presStyleLbl="revTx" presStyleIdx="3" presStyleCnt="15">
        <dgm:presLayoutVars>
          <dgm:chPref val="3"/>
        </dgm:presLayoutVars>
      </dgm:prSet>
      <dgm:spPr/>
    </dgm:pt>
    <dgm:pt modelId="{1B35318A-F6CA-4585-989C-CF56F744AFD4}" type="pres">
      <dgm:prSet presAssocID="{7659AB57-89D2-448F-B6C5-123C8B36A817}" presName="hierChild5" presStyleCnt="0"/>
      <dgm:spPr/>
    </dgm:pt>
    <dgm:pt modelId="{243C83DE-1BD6-41CA-9387-A79FF1FF9478}" type="pres">
      <dgm:prSet presAssocID="{8A063DCB-11F3-4A88-B53B-C6D076E5A5FF}" presName="hierRoot1" presStyleCnt="0"/>
      <dgm:spPr/>
    </dgm:pt>
    <dgm:pt modelId="{A542BBB8-4975-442F-85E1-E70037AB792B}" type="pres">
      <dgm:prSet presAssocID="{8A063DCB-11F3-4A88-B53B-C6D076E5A5FF}" presName="composite" presStyleCnt="0"/>
      <dgm:spPr/>
    </dgm:pt>
    <dgm:pt modelId="{52EF77FB-2AFF-473C-B3A6-E04E9356DCEC}" type="pres">
      <dgm:prSet presAssocID="{8A063DCB-11F3-4A88-B53B-C6D076E5A5FF}" presName="image" presStyleLbl="node0" presStyleIdx="1" presStyleCnt="4"/>
      <dgm:spPr/>
    </dgm:pt>
    <dgm:pt modelId="{85153D4C-47C9-4655-9A6A-E1F924A2B7F9}" type="pres">
      <dgm:prSet presAssocID="{8A063DCB-11F3-4A88-B53B-C6D076E5A5FF}" presName="text" presStyleLbl="revTx" presStyleIdx="4" presStyleCnt="15">
        <dgm:presLayoutVars>
          <dgm:chPref val="3"/>
        </dgm:presLayoutVars>
      </dgm:prSet>
      <dgm:spPr/>
    </dgm:pt>
    <dgm:pt modelId="{A5D6873F-7E2A-46D5-931C-31D3314BD629}" type="pres">
      <dgm:prSet presAssocID="{8A063DCB-11F3-4A88-B53B-C6D076E5A5FF}" presName="hierChild2" presStyleCnt="0"/>
      <dgm:spPr/>
    </dgm:pt>
    <dgm:pt modelId="{DDD2AEB8-AAEF-42BB-A3B7-92AB4F3F36B4}" type="pres">
      <dgm:prSet presAssocID="{5EB1826F-889F-407E-87EB-81AB1ACD7C94}" presName="Name10" presStyleLbl="parChTrans1D2" presStyleIdx="1" presStyleCnt="4"/>
      <dgm:spPr/>
    </dgm:pt>
    <dgm:pt modelId="{69BD5674-17E3-4994-A7D0-621897280CE5}" type="pres">
      <dgm:prSet presAssocID="{F84119E7-DBA3-4A0A-859C-CDD007A0A7D0}" presName="hierRoot2" presStyleCnt="0"/>
      <dgm:spPr/>
    </dgm:pt>
    <dgm:pt modelId="{B0827AD0-D1D4-4AE3-812F-A4EC0CE0362B}" type="pres">
      <dgm:prSet presAssocID="{F84119E7-DBA3-4A0A-859C-CDD007A0A7D0}" presName="composite2" presStyleCnt="0"/>
      <dgm:spPr/>
    </dgm:pt>
    <dgm:pt modelId="{59E329C4-94F8-419B-BC47-B99614AC1758}" type="pres">
      <dgm:prSet presAssocID="{F84119E7-DBA3-4A0A-859C-CDD007A0A7D0}" presName="image2" presStyleLbl="node2" presStyleIdx="1" presStyleCnt="4"/>
      <dgm:spPr/>
    </dgm:pt>
    <dgm:pt modelId="{B25EB93A-DAEC-42B1-A798-3A74C1F3A892}" type="pres">
      <dgm:prSet presAssocID="{F84119E7-DBA3-4A0A-859C-CDD007A0A7D0}" presName="text2" presStyleLbl="revTx" presStyleIdx="5" presStyleCnt="15">
        <dgm:presLayoutVars>
          <dgm:chPref val="3"/>
        </dgm:presLayoutVars>
      </dgm:prSet>
      <dgm:spPr/>
    </dgm:pt>
    <dgm:pt modelId="{A4D4A60D-5FBD-41FE-82AD-3EDE63729D79}" type="pres">
      <dgm:prSet presAssocID="{F84119E7-DBA3-4A0A-859C-CDD007A0A7D0}" presName="hierChild3" presStyleCnt="0"/>
      <dgm:spPr/>
    </dgm:pt>
    <dgm:pt modelId="{E0A29182-9B9B-4B08-9643-AE9518C2F568}" type="pres">
      <dgm:prSet presAssocID="{C6F5B8A7-7405-44AE-B6A2-FC68029FE639}" presName="Name17" presStyleLbl="parChTrans1D3" presStyleIdx="1" presStyleCnt="4"/>
      <dgm:spPr/>
    </dgm:pt>
    <dgm:pt modelId="{303BCF75-8E3E-44F5-B046-BC543A69EC66}" type="pres">
      <dgm:prSet presAssocID="{DB6ACF4F-7E8B-4D6A-8B12-2CC1CC5E7C6A}" presName="hierRoot3" presStyleCnt="0"/>
      <dgm:spPr/>
    </dgm:pt>
    <dgm:pt modelId="{F0ED9B75-1C59-42DF-9EC0-2E037743D41E}" type="pres">
      <dgm:prSet presAssocID="{DB6ACF4F-7E8B-4D6A-8B12-2CC1CC5E7C6A}" presName="composite3" presStyleCnt="0"/>
      <dgm:spPr/>
    </dgm:pt>
    <dgm:pt modelId="{75E7DEA4-93A1-4C15-AB24-D510CA6AD042}" type="pres">
      <dgm:prSet presAssocID="{DB6ACF4F-7E8B-4D6A-8B12-2CC1CC5E7C6A}" presName="image3" presStyleLbl="node3" presStyleIdx="1" presStyleCnt="4"/>
      <dgm:spPr/>
    </dgm:pt>
    <dgm:pt modelId="{E84647BC-2FE6-40D5-977E-3AF932A39CB9}" type="pres">
      <dgm:prSet presAssocID="{DB6ACF4F-7E8B-4D6A-8B12-2CC1CC5E7C6A}" presName="text3" presStyleLbl="revTx" presStyleIdx="6" presStyleCnt="15">
        <dgm:presLayoutVars>
          <dgm:chPref val="3"/>
        </dgm:presLayoutVars>
      </dgm:prSet>
      <dgm:spPr/>
    </dgm:pt>
    <dgm:pt modelId="{9A7CE1B2-1740-4793-833A-A4CB9924C201}" type="pres">
      <dgm:prSet presAssocID="{DB6ACF4F-7E8B-4D6A-8B12-2CC1CC5E7C6A}" presName="hierChild4" presStyleCnt="0"/>
      <dgm:spPr/>
    </dgm:pt>
    <dgm:pt modelId="{A78CB080-903E-4C7A-8543-389F3333D5D8}" type="pres">
      <dgm:prSet presAssocID="{3C2C6F8E-A61B-469B-8E9B-D1BBD5DD4486}" presName="Name23" presStyleLbl="parChTrans1D4" presStyleIdx="1" presStyleCnt="3"/>
      <dgm:spPr/>
    </dgm:pt>
    <dgm:pt modelId="{CFED2C9E-7702-427A-A12D-481A900E9AFD}" type="pres">
      <dgm:prSet presAssocID="{F31AFA95-DAB3-4FBC-B62D-D8890A5E93FD}" presName="hierRoot4" presStyleCnt="0"/>
      <dgm:spPr/>
    </dgm:pt>
    <dgm:pt modelId="{7774F635-D578-4A5A-A7EC-8DFDE3F54F17}" type="pres">
      <dgm:prSet presAssocID="{F31AFA95-DAB3-4FBC-B62D-D8890A5E93FD}" presName="composite4" presStyleCnt="0"/>
      <dgm:spPr/>
    </dgm:pt>
    <dgm:pt modelId="{D5BF3127-BB62-4E57-AC21-99516E2769D2}" type="pres">
      <dgm:prSet presAssocID="{F31AFA95-DAB3-4FBC-B62D-D8890A5E93FD}" presName="image4" presStyleLbl="node4" presStyleIdx="1" presStyleCnt="3"/>
      <dgm:spPr/>
    </dgm:pt>
    <dgm:pt modelId="{90E1EFBC-8325-44CE-9CD6-96B32F321BED}" type="pres">
      <dgm:prSet presAssocID="{F31AFA95-DAB3-4FBC-B62D-D8890A5E93FD}" presName="text4" presStyleLbl="revTx" presStyleIdx="7" presStyleCnt="15">
        <dgm:presLayoutVars>
          <dgm:chPref val="3"/>
        </dgm:presLayoutVars>
      </dgm:prSet>
      <dgm:spPr/>
    </dgm:pt>
    <dgm:pt modelId="{A7B964A9-3EF6-48BB-806B-AB81AD882A7A}" type="pres">
      <dgm:prSet presAssocID="{F31AFA95-DAB3-4FBC-B62D-D8890A5E93FD}" presName="hierChild5" presStyleCnt="0"/>
      <dgm:spPr/>
    </dgm:pt>
    <dgm:pt modelId="{5DC19317-8400-4FD5-8509-FDD1E96CE9AF}" type="pres">
      <dgm:prSet presAssocID="{7B14849A-1546-4677-98A8-E4484DF51894}" presName="hierRoot1" presStyleCnt="0"/>
      <dgm:spPr/>
    </dgm:pt>
    <dgm:pt modelId="{07AF6626-3970-43A2-A39F-AEBAEBB64E3C}" type="pres">
      <dgm:prSet presAssocID="{7B14849A-1546-4677-98A8-E4484DF51894}" presName="composite" presStyleCnt="0"/>
      <dgm:spPr/>
    </dgm:pt>
    <dgm:pt modelId="{F72BC338-E3CB-4D24-8403-3FA917A46769}" type="pres">
      <dgm:prSet presAssocID="{7B14849A-1546-4677-98A8-E4484DF51894}" presName="image" presStyleLbl="node0" presStyleIdx="2" presStyleCnt="4"/>
      <dgm:spPr/>
    </dgm:pt>
    <dgm:pt modelId="{1A5EA566-01D9-4E78-8EF1-8FF323F06D96}" type="pres">
      <dgm:prSet presAssocID="{7B14849A-1546-4677-98A8-E4484DF51894}" presName="text" presStyleLbl="revTx" presStyleIdx="8" presStyleCnt="15">
        <dgm:presLayoutVars>
          <dgm:chPref val="3"/>
        </dgm:presLayoutVars>
      </dgm:prSet>
      <dgm:spPr/>
    </dgm:pt>
    <dgm:pt modelId="{C6CBFD2B-DDA9-46AC-9BA8-0776894335ED}" type="pres">
      <dgm:prSet presAssocID="{7B14849A-1546-4677-98A8-E4484DF51894}" presName="hierChild2" presStyleCnt="0"/>
      <dgm:spPr/>
    </dgm:pt>
    <dgm:pt modelId="{B6057B34-AF4D-495C-B3B1-CE28330FC4BD}" type="pres">
      <dgm:prSet presAssocID="{CD0E53AD-3FC0-40A2-BE6B-A2B4D9E3A159}" presName="Name10" presStyleLbl="parChTrans1D2" presStyleIdx="2" presStyleCnt="4"/>
      <dgm:spPr/>
    </dgm:pt>
    <dgm:pt modelId="{3EAFF9EF-B7F3-4B15-B111-14FC1EB7E5A8}" type="pres">
      <dgm:prSet presAssocID="{FDD63724-165E-4914-BDDD-00198758B5E9}" presName="hierRoot2" presStyleCnt="0"/>
      <dgm:spPr/>
    </dgm:pt>
    <dgm:pt modelId="{EE852AF0-FFD5-438A-85C0-7BAB6DC2E9E1}" type="pres">
      <dgm:prSet presAssocID="{FDD63724-165E-4914-BDDD-00198758B5E9}" presName="composite2" presStyleCnt="0"/>
      <dgm:spPr/>
    </dgm:pt>
    <dgm:pt modelId="{242BFE63-5070-4A68-BC9B-85514CB2A17A}" type="pres">
      <dgm:prSet presAssocID="{FDD63724-165E-4914-BDDD-00198758B5E9}" presName="image2" presStyleLbl="node2" presStyleIdx="2" presStyleCnt="4"/>
      <dgm:spPr/>
    </dgm:pt>
    <dgm:pt modelId="{907B2D93-3AB9-4136-AA52-C166188C6209}" type="pres">
      <dgm:prSet presAssocID="{FDD63724-165E-4914-BDDD-00198758B5E9}" presName="text2" presStyleLbl="revTx" presStyleIdx="9" presStyleCnt="15">
        <dgm:presLayoutVars>
          <dgm:chPref val="3"/>
        </dgm:presLayoutVars>
      </dgm:prSet>
      <dgm:spPr/>
    </dgm:pt>
    <dgm:pt modelId="{99EEDD76-B8E2-41F4-A62D-491863DE6FF3}" type="pres">
      <dgm:prSet presAssocID="{FDD63724-165E-4914-BDDD-00198758B5E9}" presName="hierChild3" presStyleCnt="0"/>
      <dgm:spPr/>
    </dgm:pt>
    <dgm:pt modelId="{709E18D8-A0BC-42D3-A788-0D66EC89EC1F}" type="pres">
      <dgm:prSet presAssocID="{54EE81D7-684B-489A-8E78-61E5E753AC9E}" presName="Name17" presStyleLbl="parChTrans1D3" presStyleIdx="2" presStyleCnt="4"/>
      <dgm:spPr/>
    </dgm:pt>
    <dgm:pt modelId="{DCACABF3-4CD5-4235-8CA2-F3FDACDC5DAC}" type="pres">
      <dgm:prSet presAssocID="{E4F8634B-5D1F-44DD-9C89-F81759935EEF}" presName="hierRoot3" presStyleCnt="0"/>
      <dgm:spPr/>
    </dgm:pt>
    <dgm:pt modelId="{5C211815-76E2-4284-8852-DFEE0E5CE92B}" type="pres">
      <dgm:prSet presAssocID="{E4F8634B-5D1F-44DD-9C89-F81759935EEF}" presName="composite3" presStyleCnt="0"/>
      <dgm:spPr/>
    </dgm:pt>
    <dgm:pt modelId="{04E25CA5-335F-4DF6-9A54-74AE00A8B729}" type="pres">
      <dgm:prSet presAssocID="{E4F8634B-5D1F-44DD-9C89-F81759935EEF}" presName="image3" presStyleLbl="node3" presStyleIdx="2" presStyleCnt="4"/>
      <dgm:spPr/>
    </dgm:pt>
    <dgm:pt modelId="{E6305ECC-86B3-41ED-867D-002B27A7D08A}" type="pres">
      <dgm:prSet presAssocID="{E4F8634B-5D1F-44DD-9C89-F81759935EEF}" presName="text3" presStyleLbl="revTx" presStyleIdx="10" presStyleCnt="15">
        <dgm:presLayoutVars>
          <dgm:chPref val="3"/>
        </dgm:presLayoutVars>
      </dgm:prSet>
      <dgm:spPr/>
    </dgm:pt>
    <dgm:pt modelId="{0B3F3CAD-2C41-4747-8509-0EE9EDC6D1E5}" type="pres">
      <dgm:prSet presAssocID="{E4F8634B-5D1F-44DD-9C89-F81759935EEF}" presName="hierChild4" presStyleCnt="0"/>
      <dgm:spPr/>
    </dgm:pt>
    <dgm:pt modelId="{E81EFE0E-B688-405A-A3D7-5B768AA1CEF2}" type="pres">
      <dgm:prSet presAssocID="{55968E52-D2C3-4551-9B61-D83073FAE6D4}" presName="Name23" presStyleLbl="parChTrans1D4" presStyleIdx="2" presStyleCnt="3"/>
      <dgm:spPr/>
    </dgm:pt>
    <dgm:pt modelId="{1C8A6BF7-A0DB-4AB8-9CF1-626650CF1044}" type="pres">
      <dgm:prSet presAssocID="{C693D1F4-88A7-4E86-8F0C-BD46D425B942}" presName="hierRoot4" presStyleCnt="0"/>
      <dgm:spPr/>
    </dgm:pt>
    <dgm:pt modelId="{EE9F4B0F-33D9-4DF1-B95E-5A832DDE953F}" type="pres">
      <dgm:prSet presAssocID="{C693D1F4-88A7-4E86-8F0C-BD46D425B942}" presName="composite4" presStyleCnt="0"/>
      <dgm:spPr/>
    </dgm:pt>
    <dgm:pt modelId="{7E6DB342-F96F-4A1D-AA61-9FDEEAE4D05B}" type="pres">
      <dgm:prSet presAssocID="{C693D1F4-88A7-4E86-8F0C-BD46D425B942}" presName="image4" presStyleLbl="node4" presStyleIdx="2" presStyleCnt="3"/>
      <dgm:spPr/>
    </dgm:pt>
    <dgm:pt modelId="{50326C30-79A1-4C8A-B05C-C8BD33AFD2A6}" type="pres">
      <dgm:prSet presAssocID="{C693D1F4-88A7-4E86-8F0C-BD46D425B942}" presName="text4" presStyleLbl="revTx" presStyleIdx="11" presStyleCnt="15">
        <dgm:presLayoutVars>
          <dgm:chPref val="3"/>
        </dgm:presLayoutVars>
      </dgm:prSet>
      <dgm:spPr/>
    </dgm:pt>
    <dgm:pt modelId="{30AD8F09-0C36-4278-9471-6FD0D113217D}" type="pres">
      <dgm:prSet presAssocID="{C693D1F4-88A7-4E86-8F0C-BD46D425B942}" presName="hierChild5" presStyleCnt="0"/>
      <dgm:spPr/>
    </dgm:pt>
    <dgm:pt modelId="{537643E3-1811-4A32-A3A0-E36608F01C69}" type="pres">
      <dgm:prSet presAssocID="{EEB68B46-AE67-4906-918F-96103360445F}" presName="hierRoot1" presStyleCnt="0"/>
      <dgm:spPr/>
    </dgm:pt>
    <dgm:pt modelId="{AAB203EC-5C57-4CCA-B543-FFD14DE76008}" type="pres">
      <dgm:prSet presAssocID="{EEB68B46-AE67-4906-918F-96103360445F}" presName="composite" presStyleCnt="0"/>
      <dgm:spPr/>
    </dgm:pt>
    <dgm:pt modelId="{F8BAF5E4-24F3-43F4-A39A-D19F3BFC1957}" type="pres">
      <dgm:prSet presAssocID="{EEB68B46-AE67-4906-918F-96103360445F}" presName="image" presStyleLbl="node0" presStyleIdx="3" presStyleCnt="4"/>
      <dgm:spPr/>
    </dgm:pt>
    <dgm:pt modelId="{B7216BBA-65F9-4A2A-8582-9E27580E61D9}" type="pres">
      <dgm:prSet presAssocID="{EEB68B46-AE67-4906-918F-96103360445F}" presName="text" presStyleLbl="revTx" presStyleIdx="12" presStyleCnt="15">
        <dgm:presLayoutVars>
          <dgm:chPref val="3"/>
        </dgm:presLayoutVars>
      </dgm:prSet>
      <dgm:spPr/>
    </dgm:pt>
    <dgm:pt modelId="{06DFA037-3C33-4287-8FFE-F5B32543BFCC}" type="pres">
      <dgm:prSet presAssocID="{EEB68B46-AE67-4906-918F-96103360445F}" presName="hierChild2" presStyleCnt="0"/>
      <dgm:spPr/>
    </dgm:pt>
    <dgm:pt modelId="{5088F49F-64C2-4C31-879C-054FE98D61FF}" type="pres">
      <dgm:prSet presAssocID="{F87EB5C4-BC36-4DAF-9831-8C33A6464957}" presName="Name10" presStyleLbl="parChTrans1D2" presStyleIdx="3" presStyleCnt="4"/>
      <dgm:spPr/>
    </dgm:pt>
    <dgm:pt modelId="{A070CF0B-CD52-4AB0-AC23-7602A3226827}" type="pres">
      <dgm:prSet presAssocID="{A5422787-5065-4EEA-B572-F5DB91D747D9}" presName="hierRoot2" presStyleCnt="0"/>
      <dgm:spPr/>
    </dgm:pt>
    <dgm:pt modelId="{986D1E85-4B12-4722-A338-EFE8F8D13279}" type="pres">
      <dgm:prSet presAssocID="{A5422787-5065-4EEA-B572-F5DB91D747D9}" presName="composite2" presStyleCnt="0"/>
      <dgm:spPr/>
    </dgm:pt>
    <dgm:pt modelId="{41A8274D-CC2F-411F-8461-3F8B2916B7B3}" type="pres">
      <dgm:prSet presAssocID="{A5422787-5065-4EEA-B572-F5DB91D747D9}" presName="image2" presStyleLbl="node2" presStyleIdx="3" presStyleCnt="4"/>
      <dgm:spPr/>
    </dgm:pt>
    <dgm:pt modelId="{A0570322-C67E-4651-8F64-6FAF5B806060}" type="pres">
      <dgm:prSet presAssocID="{A5422787-5065-4EEA-B572-F5DB91D747D9}" presName="text2" presStyleLbl="revTx" presStyleIdx="13" presStyleCnt="15">
        <dgm:presLayoutVars>
          <dgm:chPref val="3"/>
        </dgm:presLayoutVars>
      </dgm:prSet>
      <dgm:spPr/>
    </dgm:pt>
    <dgm:pt modelId="{65544E20-4E2C-4A72-B9B7-0BC36EAE73D9}" type="pres">
      <dgm:prSet presAssocID="{A5422787-5065-4EEA-B572-F5DB91D747D9}" presName="hierChild3" presStyleCnt="0"/>
      <dgm:spPr/>
    </dgm:pt>
    <dgm:pt modelId="{664A6AD8-FE27-4BC4-8F3C-E82127A6525B}" type="pres">
      <dgm:prSet presAssocID="{19F0B04C-80A3-4F70-8781-87CB9B69FB0B}" presName="Name17" presStyleLbl="parChTrans1D3" presStyleIdx="3" presStyleCnt="4"/>
      <dgm:spPr/>
    </dgm:pt>
    <dgm:pt modelId="{F6D975A6-FC93-4AD5-8E6A-C7A93F063309}" type="pres">
      <dgm:prSet presAssocID="{70D3B237-80AE-4BF2-826B-074645A14CD9}" presName="hierRoot3" presStyleCnt="0"/>
      <dgm:spPr/>
    </dgm:pt>
    <dgm:pt modelId="{4E488B78-0C94-4437-B990-B243AB05C7EA}" type="pres">
      <dgm:prSet presAssocID="{70D3B237-80AE-4BF2-826B-074645A14CD9}" presName="composite3" presStyleCnt="0"/>
      <dgm:spPr/>
    </dgm:pt>
    <dgm:pt modelId="{72B74161-7D10-498D-9728-342C493EB637}" type="pres">
      <dgm:prSet presAssocID="{70D3B237-80AE-4BF2-826B-074645A14CD9}" presName="image3" presStyleLbl="node3" presStyleIdx="3" presStyleCnt="4"/>
      <dgm:spPr/>
    </dgm:pt>
    <dgm:pt modelId="{F3C098CF-18F1-4592-8960-4179D8AB91EF}" type="pres">
      <dgm:prSet presAssocID="{70D3B237-80AE-4BF2-826B-074645A14CD9}" presName="text3" presStyleLbl="revTx" presStyleIdx="14" presStyleCnt="15">
        <dgm:presLayoutVars>
          <dgm:chPref val="3"/>
        </dgm:presLayoutVars>
      </dgm:prSet>
      <dgm:spPr/>
    </dgm:pt>
    <dgm:pt modelId="{B60EB07B-16A1-445C-97AF-E31F471EB305}" type="pres">
      <dgm:prSet presAssocID="{70D3B237-80AE-4BF2-826B-074645A14CD9}" presName="hierChild4" presStyleCnt="0"/>
      <dgm:spPr/>
    </dgm:pt>
  </dgm:ptLst>
  <dgm:cxnLst>
    <dgm:cxn modelId="{46CE2400-150E-401C-8364-5A8B4F35A60F}" type="presOf" srcId="{3C2C6F8E-A61B-469B-8E9B-D1BBD5DD4486}" destId="{A78CB080-903E-4C7A-8543-389F3333D5D8}" srcOrd="0" destOrd="0" presId="urn:microsoft.com/office/officeart/2009/layout/CirclePictureHierarchy"/>
    <dgm:cxn modelId="{11C6CE05-FC6C-4A91-82EC-4F35D5EC6A2C}" srcId="{EEB68B46-AE67-4906-918F-96103360445F}" destId="{A5422787-5065-4EEA-B572-F5DB91D747D9}" srcOrd="0" destOrd="0" parTransId="{F87EB5C4-BC36-4DAF-9831-8C33A6464957}" sibTransId="{F014FB83-C72B-4D64-975E-BAAF10FE930D}"/>
    <dgm:cxn modelId="{54A63D0D-A071-4A3F-9EA5-8DDB26EC08CB}" srcId="{A5422787-5065-4EEA-B572-F5DB91D747D9}" destId="{70D3B237-80AE-4BF2-826B-074645A14CD9}" srcOrd="0" destOrd="0" parTransId="{19F0B04C-80A3-4F70-8781-87CB9B69FB0B}" sibTransId="{1D7A5777-3B89-4A66-A58F-8ED4CC20C860}"/>
    <dgm:cxn modelId="{42AF4714-89DA-4088-9439-449B5162C635}" srcId="{678C740F-FE87-419F-B415-F2CA8C350B08}" destId="{25588F6D-9C91-4758-A2AC-AC6A7D19D3A7}" srcOrd="0" destOrd="0" parTransId="{8DF6252E-CC13-4B7B-BF1E-F7F9C7A4558F}" sibTransId="{1136F292-928E-4453-9A16-EB37DA35D927}"/>
    <dgm:cxn modelId="{308CD814-018D-482A-BAFB-6D65475CDBED}" type="presOf" srcId="{55968E52-D2C3-4551-9B61-D83073FAE6D4}" destId="{E81EFE0E-B688-405A-A3D7-5B768AA1CEF2}" srcOrd="0" destOrd="0" presId="urn:microsoft.com/office/officeart/2009/layout/CirclePictureHierarchy"/>
    <dgm:cxn modelId="{57BE271B-0CF2-4A80-A882-D6301E50B199}" srcId="{61D42256-92FE-4A2B-8309-EECB65AC15B8}" destId="{7B14849A-1546-4677-98A8-E4484DF51894}" srcOrd="2" destOrd="0" parTransId="{BFA8DA1C-82F0-4069-AC5A-4873DA08ED1B}" sibTransId="{6AA44A96-6EA2-4960-85D3-213E7729B1C4}"/>
    <dgm:cxn modelId="{D423D71F-A0DA-4F0E-A111-0470F0CF66AB}" type="presOf" srcId="{CB639065-EA8D-46AF-A682-125A448A14EA}" destId="{19E467E9-9141-41A5-90B8-31DDE88A50C7}" srcOrd="0" destOrd="0" presId="urn:microsoft.com/office/officeart/2009/layout/CirclePictureHierarchy"/>
    <dgm:cxn modelId="{B592EB21-3ABD-4F10-8483-D801A2C4345E}" srcId="{8A063DCB-11F3-4A88-B53B-C6D076E5A5FF}" destId="{F84119E7-DBA3-4A0A-859C-CDD007A0A7D0}" srcOrd="0" destOrd="0" parTransId="{5EB1826F-889F-407E-87EB-81AB1ACD7C94}" sibTransId="{4E66EAD0-E0A6-43B6-8B8A-6B6CAE364F1B}"/>
    <dgm:cxn modelId="{E6859326-4A1A-416E-A4BD-3334FFDEA42B}" type="presOf" srcId="{EEB68B46-AE67-4906-918F-96103360445F}" destId="{B7216BBA-65F9-4A2A-8582-9E27580E61D9}" srcOrd="0" destOrd="0" presId="urn:microsoft.com/office/officeart/2009/layout/CirclePictureHierarchy"/>
    <dgm:cxn modelId="{41E7E65C-F398-49DD-A126-CA3D3A196C91}" type="presOf" srcId="{F84119E7-DBA3-4A0A-859C-CDD007A0A7D0}" destId="{B25EB93A-DAEC-42B1-A798-3A74C1F3A892}" srcOrd="0" destOrd="0" presId="urn:microsoft.com/office/officeart/2009/layout/CirclePictureHierarchy"/>
    <dgm:cxn modelId="{875AFD41-FEA2-4B82-A7AA-076334633770}" type="presOf" srcId="{678C740F-FE87-419F-B415-F2CA8C350B08}" destId="{64CCF63D-3BC3-4876-84B3-F7468938945B}" srcOrd="0" destOrd="0" presId="urn:microsoft.com/office/officeart/2009/layout/CirclePictureHierarchy"/>
    <dgm:cxn modelId="{A2237A42-12BD-474E-B3CF-392F4C64B5D4}" type="presOf" srcId="{7B14849A-1546-4677-98A8-E4484DF51894}" destId="{1A5EA566-01D9-4E78-8EF1-8FF323F06D96}" srcOrd="0" destOrd="0" presId="urn:microsoft.com/office/officeart/2009/layout/CirclePictureHierarchy"/>
    <dgm:cxn modelId="{DD16EC62-182F-49E4-9D2B-0EDCFDCFCE9C}" type="presOf" srcId="{25588F6D-9C91-4758-A2AC-AC6A7D19D3A7}" destId="{F110EC74-F6D6-44E1-B166-7CAF290759C0}" srcOrd="0" destOrd="0" presId="urn:microsoft.com/office/officeart/2009/layout/CirclePictureHierarchy"/>
    <dgm:cxn modelId="{C7580E64-C26A-48E5-8313-CC7F62A797F4}" type="presOf" srcId="{C492368A-E7D8-40C2-AFBE-7547AF1F21AB}" destId="{6D2B66F1-D5D2-4EA4-AF78-E5E0145BADD0}" srcOrd="0" destOrd="0" presId="urn:microsoft.com/office/officeart/2009/layout/CirclePictureHierarchy"/>
    <dgm:cxn modelId="{D9793064-6DA4-45A4-8544-DEE4B53EC338}" type="presOf" srcId="{19F0B04C-80A3-4F70-8781-87CB9B69FB0B}" destId="{664A6AD8-FE27-4BC4-8F3C-E82127A6525B}" srcOrd="0" destOrd="0" presId="urn:microsoft.com/office/officeart/2009/layout/CirclePictureHierarchy"/>
    <dgm:cxn modelId="{149F5064-EBA3-4DE6-A456-2F4D0409E49D}" type="presOf" srcId="{7659AB57-89D2-448F-B6C5-123C8B36A817}" destId="{88B9AAF9-6F52-4A03-B165-11CC1C0EF2D6}" srcOrd="0" destOrd="0" presId="urn:microsoft.com/office/officeart/2009/layout/CirclePictureHierarchy"/>
    <dgm:cxn modelId="{3F784045-81DA-467B-AE94-7FDC945C1452}" srcId="{7B14849A-1546-4677-98A8-E4484DF51894}" destId="{FDD63724-165E-4914-BDDD-00198758B5E9}" srcOrd="0" destOrd="0" parTransId="{CD0E53AD-3FC0-40A2-BE6B-A2B4D9E3A159}" sibTransId="{4B4317A3-FD6C-44D5-9B99-EFA3949BF910}"/>
    <dgm:cxn modelId="{110E6065-E3D7-4EE3-91B4-4CA57F170E37}" type="presOf" srcId="{A5422787-5065-4EEA-B572-F5DB91D747D9}" destId="{A0570322-C67E-4651-8F64-6FAF5B806060}" srcOrd="0" destOrd="0" presId="urn:microsoft.com/office/officeart/2009/layout/CirclePictureHierarchy"/>
    <dgm:cxn modelId="{F2CA6148-E8FB-4059-A9A0-BA99083C083C}" srcId="{FDD63724-165E-4914-BDDD-00198758B5E9}" destId="{E4F8634B-5D1F-44DD-9C89-F81759935EEF}" srcOrd="0" destOrd="0" parTransId="{54EE81D7-684B-489A-8E78-61E5E753AC9E}" sibTransId="{E20F328C-45E5-4733-9E44-EE255AE58946}"/>
    <dgm:cxn modelId="{5CC66270-C3C2-481B-A867-296AA4062A9B}" type="presOf" srcId="{E4F8634B-5D1F-44DD-9C89-F81759935EEF}" destId="{E6305ECC-86B3-41ED-867D-002B27A7D08A}" srcOrd="0" destOrd="0" presId="urn:microsoft.com/office/officeart/2009/layout/CirclePictureHierarchy"/>
    <dgm:cxn modelId="{99050953-DC96-48CE-980A-E39CA4896F87}" type="presOf" srcId="{2D290A3E-0708-42EA-AC12-561E60A53500}" destId="{1E05EFA7-BCD8-4508-AB47-6289F6F967FE}" srcOrd="0" destOrd="0" presId="urn:microsoft.com/office/officeart/2009/layout/CirclePictureHierarchy"/>
    <dgm:cxn modelId="{BD162553-2137-43BD-B9F7-7AF5333B8C6E}" srcId="{2D290A3E-0708-42EA-AC12-561E60A53500}" destId="{678C740F-FE87-419F-B415-F2CA8C350B08}" srcOrd="0" destOrd="0" parTransId="{CB639065-EA8D-46AF-A682-125A448A14EA}" sibTransId="{A477A2C5-274B-4AB3-8D76-83986131E773}"/>
    <dgm:cxn modelId="{BB3D0354-0017-48AA-A669-4AD4D7350CE8}" type="presOf" srcId="{8A063DCB-11F3-4A88-B53B-C6D076E5A5FF}" destId="{85153D4C-47C9-4655-9A6A-E1F924A2B7F9}" srcOrd="0" destOrd="0" presId="urn:microsoft.com/office/officeart/2009/layout/CirclePictureHierarchy"/>
    <dgm:cxn modelId="{5AF7D758-568D-4A02-B360-E9BEE70D2A71}" srcId="{DB6ACF4F-7E8B-4D6A-8B12-2CC1CC5E7C6A}" destId="{F31AFA95-DAB3-4FBC-B62D-D8890A5E93FD}" srcOrd="0" destOrd="0" parTransId="{3C2C6F8E-A61B-469B-8E9B-D1BBD5DD4486}" sibTransId="{9AD35DD0-BD7A-4070-AB7B-6B87B62FE842}"/>
    <dgm:cxn modelId="{86480059-58D8-4800-823D-4828C4954931}" srcId="{61D42256-92FE-4A2B-8309-EECB65AC15B8}" destId="{EEB68B46-AE67-4906-918F-96103360445F}" srcOrd="3" destOrd="0" parTransId="{C65F86FE-F3A0-4E43-8BD6-885F9DCC9D5C}" sibTransId="{FE0F456B-968E-4FC1-8CAB-EA6921379ADD}"/>
    <dgm:cxn modelId="{CE583A7D-483C-4F85-A360-C976B37BB1CF}" type="presOf" srcId="{FDD63724-165E-4914-BDDD-00198758B5E9}" destId="{907B2D93-3AB9-4136-AA52-C166188C6209}" srcOrd="0" destOrd="0" presId="urn:microsoft.com/office/officeart/2009/layout/CirclePictureHierarchy"/>
    <dgm:cxn modelId="{78FB1A7E-DDE3-4028-9162-9411EBC6DC7C}" type="presOf" srcId="{C6F5B8A7-7405-44AE-B6A2-FC68029FE639}" destId="{E0A29182-9B9B-4B08-9643-AE9518C2F568}" srcOrd="0" destOrd="0" presId="urn:microsoft.com/office/officeart/2009/layout/CirclePictureHierarchy"/>
    <dgm:cxn modelId="{F0E98A7F-CF43-409E-9C00-BC29FEA925BD}" type="presOf" srcId="{DB6ACF4F-7E8B-4D6A-8B12-2CC1CC5E7C6A}" destId="{E84647BC-2FE6-40D5-977E-3AF932A39CB9}" srcOrd="0" destOrd="0" presId="urn:microsoft.com/office/officeart/2009/layout/CirclePictureHierarchy"/>
    <dgm:cxn modelId="{7040C983-78E9-4FC7-B4FD-B7971ECDE81E}" srcId="{F84119E7-DBA3-4A0A-859C-CDD007A0A7D0}" destId="{DB6ACF4F-7E8B-4D6A-8B12-2CC1CC5E7C6A}" srcOrd="0" destOrd="0" parTransId="{C6F5B8A7-7405-44AE-B6A2-FC68029FE639}" sibTransId="{650A6374-EDE1-4608-BA37-3F49A4E994C8}"/>
    <dgm:cxn modelId="{FD6DCFA3-BE8B-48CE-AABE-DABAB5FD105F}" type="presOf" srcId="{5EB1826F-889F-407E-87EB-81AB1ACD7C94}" destId="{DDD2AEB8-AAEF-42BB-A3B7-92AB4F3F36B4}" srcOrd="0" destOrd="0" presId="urn:microsoft.com/office/officeart/2009/layout/CirclePictureHierarchy"/>
    <dgm:cxn modelId="{1C4F0BA4-52C0-4B51-851F-FCBB469088D2}" type="presOf" srcId="{54EE81D7-684B-489A-8E78-61E5E753AC9E}" destId="{709E18D8-A0BC-42D3-A788-0D66EC89EC1F}" srcOrd="0" destOrd="0" presId="urn:microsoft.com/office/officeart/2009/layout/CirclePictureHierarchy"/>
    <dgm:cxn modelId="{AD3531AD-300A-4E84-B24F-7A5F6E23887D}" srcId="{61D42256-92FE-4A2B-8309-EECB65AC15B8}" destId="{8A063DCB-11F3-4A88-B53B-C6D076E5A5FF}" srcOrd="1" destOrd="0" parTransId="{BB749558-332E-4A85-96FB-5AB4EE087125}" sibTransId="{0CFB8566-784F-483E-A764-400A963F9186}"/>
    <dgm:cxn modelId="{316C8DB3-5A97-4410-9AA1-A801E0E8EB14}" type="presOf" srcId="{F31AFA95-DAB3-4FBC-B62D-D8890A5E93FD}" destId="{90E1EFBC-8325-44CE-9CD6-96B32F321BED}" srcOrd="0" destOrd="0" presId="urn:microsoft.com/office/officeart/2009/layout/CirclePictureHierarchy"/>
    <dgm:cxn modelId="{A56528B5-02F2-46EA-A58C-DF65C18A5346}" type="presOf" srcId="{F87EB5C4-BC36-4DAF-9831-8C33A6464957}" destId="{5088F49F-64C2-4C31-879C-054FE98D61FF}" srcOrd="0" destOrd="0" presId="urn:microsoft.com/office/officeart/2009/layout/CirclePictureHierarchy"/>
    <dgm:cxn modelId="{05860BB7-873F-4BA7-B166-9F1EFC5B9F29}" type="presOf" srcId="{CD0E53AD-3FC0-40A2-BE6B-A2B4D9E3A159}" destId="{B6057B34-AF4D-495C-B3B1-CE28330FC4BD}" srcOrd="0" destOrd="0" presId="urn:microsoft.com/office/officeart/2009/layout/CirclePictureHierarchy"/>
    <dgm:cxn modelId="{EDFBE8B8-51F2-4040-9EE5-2C11A7AC3393}" srcId="{E4F8634B-5D1F-44DD-9C89-F81759935EEF}" destId="{C693D1F4-88A7-4E86-8F0C-BD46D425B942}" srcOrd="0" destOrd="0" parTransId="{55968E52-D2C3-4551-9B61-D83073FAE6D4}" sibTransId="{FB097D49-EF6D-4190-96B6-3273C49AA3CC}"/>
    <dgm:cxn modelId="{27485FBE-53C9-452A-ADEF-70E86A55EA43}" type="presOf" srcId="{61D42256-92FE-4A2B-8309-EECB65AC15B8}" destId="{38881F41-43BF-4772-B065-36B032FF3A08}" srcOrd="0" destOrd="0" presId="urn:microsoft.com/office/officeart/2009/layout/CirclePictureHierarchy"/>
    <dgm:cxn modelId="{3F5680C3-1D92-4591-9238-32216B517EDD}" type="presOf" srcId="{C693D1F4-88A7-4E86-8F0C-BD46D425B942}" destId="{50326C30-79A1-4C8A-B05C-C8BD33AFD2A6}" srcOrd="0" destOrd="0" presId="urn:microsoft.com/office/officeart/2009/layout/CirclePictureHierarchy"/>
    <dgm:cxn modelId="{97CAA4D3-3198-4CF2-9905-5AE0A6A557B5}" srcId="{25588F6D-9C91-4758-A2AC-AC6A7D19D3A7}" destId="{7659AB57-89D2-448F-B6C5-123C8B36A817}" srcOrd="0" destOrd="0" parTransId="{C492368A-E7D8-40C2-AFBE-7547AF1F21AB}" sibTransId="{90927CD7-2062-42A1-B6A0-65D8CA880BC0}"/>
    <dgm:cxn modelId="{DB9BC3D4-B3E8-401E-BB4A-A8872AD3C42A}" srcId="{61D42256-92FE-4A2B-8309-EECB65AC15B8}" destId="{2D290A3E-0708-42EA-AC12-561E60A53500}" srcOrd="0" destOrd="0" parTransId="{8540AA03-754C-48BA-8E60-921280791C71}" sibTransId="{D95F9CE6-F2EA-41E6-B566-4EF1892913E9}"/>
    <dgm:cxn modelId="{6A6112E0-539E-4CDF-88D8-4C8B2658E78A}" type="presOf" srcId="{70D3B237-80AE-4BF2-826B-074645A14CD9}" destId="{F3C098CF-18F1-4592-8960-4179D8AB91EF}" srcOrd="0" destOrd="0" presId="urn:microsoft.com/office/officeart/2009/layout/CirclePictureHierarchy"/>
    <dgm:cxn modelId="{9B3311FB-D621-49EF-989F-038459FBBA26}" type="presOf" srcId="{8DF6252E-CC13-4B7B-BF1E-F7F9C7A4558F}" destId="{960112E5-38BF-4555-A70C-BBF0869B6DA5}" srcOrd="0" destOrd="0" presId="urn:microsoft.com/office/officeart/2009/layout/CirclePictureHierarchy"/>
    <dgm:cxn modelId="{2DB63D63-7794-424E-BD04-B82FBE8D3C85}" type="presParOf" srcId="{38881F41-43BF-4772-B065-36B032FF3A08}" destId="{B6A7FEB4-B487-4B45-8D22-BB19F40BA991}" srcOrd="0" destOrd="0" presId="urn:microsoft.com/office/officeart/2009/layout/CirclePictureHierarchy"/>
    <dgm:cxn modelId="{BECB41DE-BDA0-42FD-A732-41229DBB03E8}" type="presParOf" srcId="{B6A7FEB4-B487-4B45-8D22-BB19F40BA991}" destId="{CB0A8785-AB8E-413A-9BE1-A4E1FFD9FCE9}" srcOrd="0" destOrd="0" presId="urn:microsoft.com/office/officeart/2009/layout/CirclePictureHierarchy"/>
    <dgm:cxn modelId="{0F4C439C-476D-4319-96EB-10E1956900D2}" type="presParOf" srcId="{CB0A8785-AB8E-413A-9BE1-A4E1FFD9FCE9}" destId="{2D5561A6-3003-414D-9CB0-CF368EE87E0B}" srcOrd="0" destOrd="0" presId="urn:microsoft.com/office/officeart/2009/layout/CirclePictureHierarchy"/>
    <dgm:cxn modelId="{EEF7EED1-EE7F-4990-BA25-20D22A207349}" type="presParOf" srcId="{CB0A8785-AB8E-413A-9BE1-A4E1FFD9FCE9}" destId="{1E05EFA7-BCD8-4508-AB47-6289F6F967FE}" srcOrd="1" destOrd="0" presId="urn:microsoft.com/office/officeart/2009/layout/CirclePictureHierarchy"/>
    <dgm:cxn modelId="{7F24AB13-4D01-45B3-8355-CD5856354303}" type="presParOf" srcId="{B6A7FEB4-B487-4B45-8D22-BB19F40BA991}" destId="{0FD7663B-3E0E-42DA-8FC5-226F5168534A}" srcOrd="1" destOrd="0" presId="urn:microsoft.com/office/officeart/2009/layout/CirclePictureHierarchy"/>
    <dgm:cxn modelId="{E50893FC-F2DB-4E6F-A2ED-1D7AD6C32371}" type="presParOf" srcId="{0FD7663B-3E0E-42DA-8FC5-226F5168534A}" destId="{19E467E9-9141-41A5-90B8-31DDE88A50C7}" srcOrd="0" destOrd="0" presId="urn:microsoft.com/office/officeart/2009/layout/CirclePictureHierarchy"/>
    <dgm:cxn modelId="{24919AAA-EC09-409A-AC6C-47D1E33EC18B}" type="presParOf" srcId="{0FD7663B-3E0E-42DA-8FC5-226F5168534A}" destId="{F865C381-C70C-40FD-BDFE-CC5660DDEEF9}" srcOrd="1" destOrd="0" presId="urn:microsoft.com/office/officeart/2009/layout/CirclePictureHierarchy"/>
    <dgm:cxn modelId="{81047B00-6F10-43C0-AE9F-107EFCFBF53D}" type="presParOf" srcId="{F865C381-C70C-40FD-BDFE-CC5660DDEEF9}" destId="{1AE6DFC4-DC7E-4721-A6C4-DC104F8B86F7}" srcOrd="0" destOrd="0" presId="urn:microsoft.com/office/officeart/2009/layout/CirclePictureHierarchy"/>
    <dgm:cxn modelId="{C33C229D-87B8-4C0B-AEFC-D98B4BDC3651}" type="presParOf" srcId="{1AE6DFC4-DC7E-4721-A6C4-DC104F8B86F7}" destId="{A22D1742-CEF5-4380-954B-0F319BD3F447}" srcOrd="0" destOrd="0" presId="urn:microsoft.com/office/officeart/2009/layout/CirclePictureHierarchy"/>
    <dgm:cxn modelId="{F2DC20D9-4949-499B-AE0D-68314ED82138}" type="presParOf" srcId="{1AE6DFC4-DC7E-4721-A6C4-DC104F8B86F7}" destId="{64CCF63D-3BC3-4876-84B3-F7468938945B}" srcOrd="1" destOrd="0" presId="urn:microsoft.com/office/officeart/2009/layout/CirclePictureHierarchy"/>
    <dgm:cxn modelId="{90FFCDC5-8720-4D28-9D7F-477EC6AF5C62}" type="presParOf" srcId="{F865C381-C70C-40FD-BDFE-CC5660DDEEF9}" destId="{846506CD-5DF7-496E-81B0-04B658B1E553}" srcOrd="1" destOrd="0" presId="urn:microsoft.com/office/officeart/2009/layout/CirclePictureHierarchy"/>
    <dgm:cxn modelId="{967A0DCC-8DAC-43CA-A4C7-336CAD87BC2D}" type="presParOf" srcId="{846506CD-5DF7-496E-81B0-04B658B1E553}" destId="{960112E5-38BF-4555-A70C-BBF0869B6DA5}" srcOrd="0" destOrd="0" presId="urn:microsoft.com/office/officeart/2009/layout/CirclePictureHierarchy"/>
    <dgm:cxn modelId="{AC2E58F4-5090-404A-9F9E-6471A6778447}" type="presParOf" srcId="{846506CD-5DF7-496E-81B0-04B658B1E553}" destId="{DE1E9740-21D7-4041-BC21-51749B432F93}" srcOrd="1" destOrd="0" presId="urn:microsoft.com/office/officeart/2009/layout/CirclePictureHierarchy"/>
    <dgm:cxn modelId="{FFA1596C-ADC2-433F-95EC-CDD22ADD3BDD}" type="presParOf" srcId="{DE1E9740-21D7-4041-BC21-51749B432F93}" destId="{A9E1E626-B23A-40EE-8591-E91C26AD1B31}" srcOrd="0" destOrd="0" presId="urn:microsoft.com/office/officeart/2009/layout/CirclePictureHierarchy"/>
    <dgm:cxn modelId="{26372135-39FD-43C3-8E0D-1D9054C92639}" type="presParOf" srcId="{A9E1E626-B23A-40EE-8591-E91C26AD1B31}" destId="{7948AB32-2768-460D-8FFD-9C2001C0EF86}" srcOrd="0" destOrd="0" presId="urn:microsoft.com/office/officeart/2009/layout/CirclePictureHierarchy"/>
    <dgm:cxn modelId="{32F44C31-EEB9-46E7-8F7D-7A88A6C60F34}" type="presParOf" srcId="{A9E1E626-B23A-40EE-8591-E91C26AD1B31}" destId="{F110EC74-F6D6-44E1-B166-7CAF290759C0}" srcOrd="1" destOrd="0" presId="urn:microsoft.com/office/officeart/2009/layout/CirclePictureHierarchy"/>
    <dgm:cxn modelId="{C3010FCA-585E-4A4B-BE86-AB1A547BE835}" type="presParOf" srcId="{DE1E9740-21D7-4041-BC21-51749B432F93}" destId="{BD15827D-01FC-442C-885C-F05935C02970}" srcOrd="1" destOrd="0" presId="urn:microsoft.com/office/officeart/2009/layout/CirclePictureHierarchy"/>
    <dgm:cxn modelId="{45AD9834-4161-4096-995A-F2395E3626D3}" type="presParOf" srcId="{BD15827D-01FC-442C-885C-F05935C02970}" destId="{6D2B66F1-D5D2-4EA4-AF78-E5E0145BADD0}" srcOrd="0" destOrd="0" presId="urn:microsoft.com/office/officeart/2009/layout/CirclePictureHierarchy"/>
    <dgm:cxn modelId="{B7F2BB3B-5055-4CA3-ADD8-00EA1477AE27}" type="presParOf" srcId="{BD15827D-01FC-442C-885C-F05935C02970}" destId="{FC971637-932A-449E-9EB3-DC928AC8F339}" srcOrd="1" destOrd="0" presId="urn:microsoft.com/office/officeart/2009/layout/CirclePictureHierarchy"/>
    <dgm:cxn modelId="{234CBF88-18D1-4649-B6A4-757BEFEAA16A}" type="presParOf" srcId="{FC971637-932A-449E-9EB3-DC928AC8F339}" destId="{B7B24206-D4F9-4E2F-ADCA-C55CB12EC196}" srcOrd="0" destOrd="0" presId="urn:microsoft.com/office/officeart/2009/layout/CirclePictureHierarchy"/>
    <dgm:cxn modelId="{B59D375D-21DA-4F25-B5C3-E9BDBF37E90D}" type="presParOf" srcId="{B7B24206-D4F9-4E2F-ADCA-C55CB12EC196}" destId="{20C88714-F21A-4301-86CC-7DD8C9ECBA73}" srcOrd="0" destOrd="0" presId="urn:microsoft.com/office/officeart/2009/layout/CirclePictureHierarchy"/>
    <dgm:cxn modelId="{73A7E2DC-6CCF-46E3-97E7-5128704A8DCF}" type="presParOf" srcId="{B7B24206-D4F9-4E2F-ADCA-C55CB12EC196}" destId="{88B9AAF9-6F52-4A03-B165-11CC1C0EF2D6}" srcOrd="1" destOrd="0" presId="urn:microsoft.com/office/officeart/2009/layout/CirclePictureHierarchy"/>
    <dgm:cxn modelId="{6556DBFD-57E6-4295-B920-5F89CF993D9E}" type="presParOf" srcId="{FC971637-932A-449E-9EB3-DC928AC8F339}" destId="{1B35318A-F6CA-4585-989C-CF56F744AFD4}" srcOrd="1" destOrd="0" presId="urn:microsoft.com/office/officeart/2009/layout/CirclePictureHierarchy"/>
    <dgm:cxn modelId="{E97FA594-8CB9-4FC2-B3B3-5998CFFECBF2}" type="presParOf" srcId="{38881F41-43BF-4772-B065-36B032FF3A08}" destId="{243C83DE-1BD6-41CA-9387-A79FF1FF9478}" srcOrd="1" destOrd="0" presId="urn:microsoft.com/office/officeart/2009/layout/CirclePictureHierarchy"/>
    <dgm:cxn modelId="{69D6F304-0A1E-4B32-9B1B-E88B2145D058}" type="presParOf" srcId="{243C83DE-1BD6-41CA-9387-A79FF1FF9478}" destId="{A542BBB8-4975-442F-85E1-E70037AB792B}" srcOrd="0" destOrd="0" presId="urn:microsoft.com/office/officeart/2009/layout/CirclePictureHierarchy"/>
    <dgm:cxn modelId="{15E57B60-7B44-4E36-BE28-C702C397098E}" type="presParOf" srcId="{A542BBB8-4975-442F-85E1-E70037AB792B}" destId="{52EF77FB-2AFF-473C-B3A6-E04E9356DCEC}" srcOrd="0" destOrd="0" presId="urn:microsoft.com/office/officeart/2009/layout/CirclePictureHierarchy"/>
    <dgm:cxn modelId="{5DEA3434-EE5C-4898-964C-3B639E1AB766}" type="presParOf" srcId="{A542BBB8-4975-442F-85E1-E70037AB792B}" destId="{85153D4C-47C9-4655-9A6A-E1F924A2B7F9}" srcOrd="1" destOrd="0" presId="urn:microsoft.com/office/officeart/2009/layout/CirclePictureHierarchy"/>
    <dgm:cxn modelId="{67B7DF08-340C-4557-91B1-2EFC88B3FAFF}" type="presParOf" srcId="{243C83DE-1BD6-41CA-9387-A79FF1FF9478}" destId="{A5D6873F-7E2A-46D5-931C-31D3314BD629}" srcOrd="1" destOrd="0" presId="urn:microsoft.com/office/officeart/2009/layout/CirclePictureHierarchy"/>
    <dgm:cxn modelId="{71CCD983-556E-4FC8-8333-9089EC49F6B8}" type="presParOf" srcId="{A5D6873F-7E2A-46D5-931C-31D3314BD629}" destId="{DDD2AEB8-AAEF-42BB-A3B7-92AB4F3F36B4}" srcOrd="0" destOrd="0" presId="urn:microsoft.com/office/officeart/2009/layout/CirclePictureHierarchy"/>
    <dgm:cxn modelId="{1B840776-5EED-4AF5-B63B-BE16186D1DD6}" type="presParOf" srcId="{A5D6873F-7E2A-46D5-931C-31D3314BD629}" destId="{69BD5674-17E3-4994-A7D0-621897280CE5}" srcOrd="1" destOrd="0" presId="urn:microsoft.com/office/officeart/2009/layout/CirclePictureHierarchy"/>
    <dgm:cxn modelId="{A830C357-1AAE-4D4B-8352-A1A462B33825}" type="presParOf" srcId="{69BD5674-17E3-4994-A7D0-621897280CE5}" destId="{B0827AD0-D1D4-4AE3-812F-A4EC0CE0362B}" srcOrd="0" destOrd="0" presId="urn:microsoft.com/office/officeart/2009/layout/CirclePictureHierarchy"/>
    <dgm:cxn modelId="{E997827E-7CBE-4BA0-BB6C-B6FC4AF516C4}" type="presParOf" srcId="{B0827AD0-D1D4-4AE3-812F-A4EC0CE0362B}" destId="{59E329C4-94F8-419B-BC47-B99614AC1758}" srcOrd="0" destOrd="0" presId="urn:microsoft.com/office/officeart/2009/layout/CirclePictureHierarchy"/>
    <dgm:cxn modelId="{FA9F23C0-F837-46B6-AFD3-EB83C27EF246}" type="presParOf" srcId="{B0827AD0-D1D4-4AE3-812F-A4EC0CE0362B}" destId="{B25EB93A-DAEC-42B1-A798-3A74C1F3A892}" srcOrd="1" destOrd="0" presId="urn:microsoft.com/office/officeart/2009/layout/CirclePictureHierarchy"/>
    <dgm:cxn modelId="{A21F5891-E5D0-46B7-B239-E1C64096710E}" type="presParOf" srcId="{69BD5674-17E3-4994-A7D0-621897280CE5}" destId="{A4D4A60D-5FBD-41FE-82AD-3EDE63729D79}" srcOrd="1" destOrd="0" presId="urn:microsoft.com/office/officeart/2009/layout/CirclePictureHierarchy"/>
    <dgm:cxn modelId="{C5A15A74-FCFF-4926-ABD8-CF51A44B9DD3}" type="presParOf" srcId="{A4D4A60D-5FBD-41FE-82AD-3EDE63729D79}" destId="{E0A29182-9B9B-4B08-9643-AE9518C2F568}" srcOrd="0" destOrd="0" presId="urn:microsoft.com/office/officeart/2009/layout/CirclePictureHierarchy"/>
    <dgm:cxn modelId="{96800715-1127-4364-B54A-C9AD3C092932}" type="presParOf" srcId="{A4D4A60D-5FBD-41FE-82AD-3EDE63729D79}" destId="{303BCF75-8E3E-44F5-B046-BC543A69EC66}" srcOrd="1" destOrd="0" presId="urn:microsoft.com/office/officeart/2009/layout/CirclePictureHierarchy"/>
    <dgm:cxn modelId="{1197C439-F39D-4CDA-8705-3802F09A4AFC}" type="presParOf" srcId="{303BCF75-8E3E-44F5-B046-BC543A69EC66}" destId="{F0ED9B75-1C59-42DF-9EC0-2E037743D41E}" srcOrd="0" destOrd="0" presId="urn:microsoft.com/office/officeart/2009/layout/CirclePictureHierarchy"/>
    <dgm:cxn modelId="{12489DBE-AEF2-42E3-A2C9-85C27CB7DDAF}" type="presParOf" srcId="{F0ED9B75-1C59-42DF-9EC0-2E037743D41E}" destId="{75E7DEA4-93A1-4C15-AB24-D510CA6AD042}" srcOrd="0" destOrd="0" presId="urn:microsoft.com/office/officeart/2009/layout/CirclePictureHierarchy"/>
    <dgm:cxn modelId="{803394B2-FDEC-437F-8675-D9120ECC17D7}" type="presParOf" srcId="{F0ED9B75-1C59-42DF-9EC0-2E037743D41E}" destId="{E84647BC-2FE6-40D5-977E-3AF932A39CB9}" srcOrd="1" destOrd="0" presId="urn:microsoft.com/office/officeart/2009/layout/CirclePictureHierarchy"/>
    <dgm:cxn modelId="{C762EE79-843C-4E9C-8016-B8BF0189BC59}" type="presParOf" srcId="{303BCF75-8E3E-44F5-B046-BC543A69EC66}" destId="{9A7CE1B2-1740-4793-833A-A4CB9924C201}" srcOrd="1" destOrd="0" presId="urn:microsoft.com/office/officeart/2009/layout/CirclePictureHierarchy"/>
    <dgm:cxn modelId="{273AC523-B27F-4FF8-A3AD-C7EC44AC3E9F}" type="presParOf" srcId="{9A7CE1B2-1740-4793-833A-A4CB9924C201}" destId="{A78CB080-903E-4C7A-8543-389F3333D5D8}" srcOrd="0" destOrd="0" presId="urn:microsoft.com/office/officeart/2009/layout/CirclePictureHierarchy"/>
    <dgm:cxn modelId="{EB3F2EF4-FFF2-4BCC-985B-D0FB5C158265}" type="presParOf" srcId="{9A7CE1B2-1740-4793-833A-A4CB9924C201}" destId="{CFED2C9E-7702-427A-A12D-481A900E9AFD}" srcOrd="1" destOrd="0" presId="urn:microsoft.com/office/officeart/2009/layout/CirclePictureHierarchy"/>
    <dgm:cxn modelId="{F9606701-D5FA-4FBA-BBC7-15B69B3376DF}" type="presParOf" srcId="{CFED2C9E-7702-427A-A12D-481A900E9AFD}" destId="{7774F635-D578-4A5A-A7EC-8DFDE3F54F17}" srcOrd="0" destOrd="0" presId="urn:microsoft.com/office/officeart/2009/layout/CirclePictureHierarchy"/>
    <dgm:cxn modelId="{5930D8C1-D8EF-40D4-A46F-3D0074DF170D}" type="presParOf" srcId="{7774F635-D578-4A5A-A7EC-8DFDE3F54F17}" destId="{D5BF3127-BB62-4E57-AC21-99516E2769D2}" srcOrd="0" destOrd="0" presId="urn:microsoft.com/office/officeart/2009/layout/CirclePictureHierarchy"/>
    <dgm:cxn modelId="{0301EE45-B15E-42B8-98E8-A1E809317D4D}" type="presParOf" srcId="{7774F635-D578-4A5A-A7EC-8DFDE3F54F17}" destId="{90E1EFBC-8325-44CE-9CD6-96B32F321BED}" srcOrd="1" destOrd="0" presId="urn:microsoft.com/office/officeart/2009/layout/CirclePictureHierarchy"/>
    <dgm:cxn modelId="{073C17A9-1E48-403E-8CF6-7DA87389CA63}" type="presParOf" srcId="{CFED2C9E-7702-427A-A12D-481A900E9AFD}" destId="{A7B964A9-3EF6-48BB-806B-AB81AD882A7A}" srcOrd="1" destOrd="0" presId="urn:microsoft.com/office/officeart/2009/layout/CirclePictureHierarchy"/>
    <dgm:cxn modelId="{E1EB2AD5-F5A5-4CF4-8016-DC504FDE5E45}" type="presParOf" srcId="{38881F41-43BF-4772-B065-36B032FF3A08}" destId="{5DC19317-8400-4FD5-8509-FDD1E96CE9AF}" srcOrd="2" destOrd="0" presId="urn:microsoft.com/office/officeart/2009/layout/CirclePictureHierarchy"/>
    <dgm:cxn modelId="{147D2EFD-A6D9-4897-9818-3E750CD1C499}" type="presParOf" srcId="{5DC19317-8400-4FD5-8509-FDD1E96CE9AF}" destId="{07AF6626-3970-43A2-A39F-AEBAEBB64E3C}" srcOrd="0" destOrd="0" presId="urn:microsoft.com/office/officeart/2009/layout/CirclePictureHierarchy"/>
    <dgm:cxn modelId="{6892491A-ED8F-4C82-9DC2-A138A990ED4D}" type="presParOf" srcId="{07AF6626-3970-43A2-A39F-AEBAEBB64E3C}" destId="{F72BC338-E3CB-4D24-8403-3FA917A46769}" srcOrd="0" destOrd="0" presId="urn:microsoft.com/office/officeart/2009/layout/CirclePictureHierarchy"/>
    <dgm:cxn modelId="{EE34CE2C-5017-4EF1-88D9-73AE48768934}" type="presParOf" srcId="{07AF6626-3970-43A2-A39F-AEBAEBB64E3C}" destId="{1A5EA566-01D9-4E78-8EF1-8FF323F06D96}" srcOrd="1" destOrd="0" presId="urn:microsoft.com/office/officeart/2009/layout/CirclePictureHierarchy"/>
    <dgm:cxn modelId="{8657840B-1A84-4E47-B049-2FBD9DF5BEAB}" type="presParOf" srcId="{5DC19317-8400-4FD5-8509-FDD1E96CE9AF}" destId="{C6CBFD2B-DDA9-46AC-9BA8-0776894335ED}" srcOrd="1" destOrd="0" presId="urn:microsoft.com/office/officeart/2009/layout/CirclePictureHierarchy"/>
    <dgm:cxn modelId="{D102DCEF-9679-4FD5-8C33-D6E74A6C9B88}" type="presParOf" srcId="{C6CBFD2B-DDA9-46AC-9BA8-0776894335ED}" destId="{B6057B34-AF4D-495C-B3B1-CE28330FC4BD}" srcOrd="0" destOrd="0" presId="urn:microsoft.com/office/officeart/2009/layout/CirclePictureHierarchy"/>
    <dgm:cxn modelId="{966A10C0-9C70-4105-A1B5-D89A79F056E1}" type="presParOf" srcId="{C6CBFD2B-DDA9-46AC-9BA8-0776894335ED}" destId="{3EAFF9EF-B7F3-4B15-B111-14FC1EB7E5A8}" srcOrd="1" destOrd="0" presId="urn:microsoft.com/office/officeart/2009/layout/CirclePictureHierarchy"/>
    <dgm:cxn modelId="{18D55EDF-131F-41C7-AD6A-8B05CB680250}" type="presParOf" srcId="{3EAFF9EF-B7F3-4B15-B111-14FC1EB7E5A8}" destId="{EE852AF0-FFD5-438A-85C0-7BAB6DC2E9E1}" srcOrd="0" destOrd="0" presId="urn:microsoft.com/office/officeart/2009/layout/CirclePictureHierarchy"/>
    <dgm:cxn modelId="{C4B59D21-33B0-4102-BEB0-41ABF5972B35}" type="presParOf" srcId="{EE852AF0-FFD5-438A-85C0-7BAB6DC2E9E1}" destId="{242BFE63-5070-4A68-BC9B-85514CB2A17A}" srcOrd="0" destOrd="0" presId="urn:microsoft.com/office/officeart/2009/layout/CirclePictureHierarchy"/>
    <dgm:cxn modelId="{F6BB1690-23DC-44E6-8208-1284496A369F}" type="presParOf" srcId="{EE852AF0-FFD5-438A-85C0-7BAB6DC2E9E1}" destId="{907B2D93-3AB9-4136-AA52-C166188C6209}" srcOrd="1" destOrd="0" presId="urn:microsoft.com/office/officeart/2009/layout/CirclePictureHierarchy"/>
    <dgm:cxn modelId="{B4540110-9190-4564-9C45-E6244A2D5F21}" type="presParOf" srcId="{3EAFF9EF-B7F3-4B15-B111-14FC1EB7E5A8}" destId="{99EEDD76-B8E2-41F4-A62D-491863DE6FF3}" srcOrd="1" destOrd="0" presId="urn:microsoft.com/office/officeart/2009/layout/CirclePictureHierarchy"/>
    <dgm:cxn modelId="{9F18B47A-D77A-45B2-BE01-D292B2135210}" type="presParOf" srcId="{99EEDD76-B8E2-41F4-A62D-491863DE6FF3}" destId="{709E18D8-A0BC-42D3-A788-0D66EC89EC1F}" srcOrd="0" destOrd="0" presId="urn:microsoft.com/office/officeart/2009/layout/CirclePictureHierarchy"/>
    <dgm:cxn modelId="{139EEFED-AB7F-41FC-A971-C3983D423044}" type="presParOf" srcId="{99EEDD76-B8E2-41F4-A62D-491863DE6FF3}" destId="{DCACABF3-4CD5-4235-8CA2-F3FDACDC5DAC}" srcOrd="1" destOrd="0" presId="urn:microsoft.com/office/officeart/2009/layout/CirclePictureHierarchy"/>
    <dgm:cxn modelId="{5D7584B6-E123-4167-816C-DC4BD146556A}" type="presParOf" srcId="{DCACABF3-4CD5-4235-8CA2-F3FDACDC5DAC}" destId="{5C211815-76E2-4284-8852-DFEE0E5CE92B}" srcOrd="0" destOrd="0" presId="urn:microsoft.com/office/officeart/2009/layout/CirclePictureHierarchy"/>
    <dgm:cxn modelId="{A12336A2-6449-4A67-BE59-A2F6EBEB8BC3}" type="presParOf" srcId="{5C211815-76E2-4284-8852-DFEE0E5CE92B}" destId="{04E25CA5-335F-4DF6-9A54-74AE00A8B729}" srcOrd="0" destOrd="0" presId="urn:microsoft.com/office/officeart/2009/layout/CirclePictureHierarchy"/>
    <dgm:cxn modelId="{17AA5D04-CB68-4C70-A4AC-2BB332E371E7}" type="presParOf" srcId="{5C211815-76E2-4284-8852-DFEE0E5CE92B}" destId="{E6305ECC-86B3-41ED-867D-002B27A7D08A}" srcOrd="1" destOrd="0" presId="urn:microsoft.com/office/officeart/2009/layout/CirclePictureHierarchy"/>
    <dgm:cxn modelId="{12DA0E76-0253-405D-8943-DDCC5BAEBA25}" type="presParOf" srcId="{DCACABF3-4CD5-4235-8CA2-F3FDACDC5DAC}" destId="{0B3F3CAD-2C41-4747-8509-0EE9EDC6D1E5}" srcOrd="1" destOrd="0" presId="urn:microsoft.com/office/officeart/2009/layout/CirclePictureHierarchy"/>
    <dgm:cxn modelId="{BEF7AE31-2757-40EC-81AF-A9101A25DB5C}" type="presParOf" srcId="{0B3F3CAD-2C41-4747-8509-0EE9EDC6D1E5}" destId="{E81EFE0E-B688-405A-A3D7-5B768AA1CEF2}" srcOrd="0" destOrd="0" presId="urn:microsoft.com/office/officeart/2009/layout/CirclePictureHierarchy"/>
    <dgm:cxn modelId="{03AD29D0-C58E-406E-8330-E0B8E6568371}" type="presParOf" srcId="{0B3F3CAD-2C41-4747-8509-0EE9EDC6D1E5}" destId="{1C8A6BF7-A0DB-4AB8-9CF1-626650CF1044}" srcOrd="1" destOrd="0" presId="urn:microsoft.com/office/officeart/2009/layout/CirclePictureHierarchy"/>
    <dgm:cxn modelId="{CDDEFA60-49E8-4152-9AED-5EE896CB6C51}" type="presParOf" srcId="{1C8A6BF7-A0DB-4AB8-9CF1-626650CF1044}" destId="{EE9F4B0F-33D9-4DF1-B95E-5A832DDE953F}" srcOrd="0" destOrd="0" presId="urn:microsoft.com/office/officeart/2009/layout/CirclePictureHierarchy"/>
    <dgm:cxn modelId="{7D504875-B232-43F7-BE1B-3567F32B4E79}" type="presParOf" srcId="{EE9F4B0F-33D9-4DF1-B95E-5A832DDE953F}" destId="{7E6DB342-F96F-4A1D-AA61-9FDEEAE4D05B}" srcOrd="0" destOrd="0" presId="urn:microsoft.com/office/officeart/2009/layout/CirclePictureHierarchy"/>
    <dgm:cxn modelId="{19E31A61-F4EB-46A8-BEAB-AD96783BAB8A}" type="presParOf" srcId="{EE9F4B0F-33D9-4DF1-B95E-5A832DDE953F}" destId="{50326C30-79A1-4C8A-B05C-C8BD33AFD2A6}" srcOrd="1" destOrd="0" presId="urn:microsoft.com/office/officeart/2009/layout/CirclePictureHierarchy"/>
    <dgm:cxn modelId="{0FA5E31A-D7D5-46D6-A42E-48FCED486123}" type="presParOf" srcId="{1C8A6BF7-A0DB-4AB8-9CF1-626650CF1044}" destId="{30AD8F09-0C36-4278-9471-6FD0D113217D}" srcOrd="1" destOrd="0" presId="urn:microsoft.com/office/officeart/2009/layout/CirclePictureHierarchy"/>
    <dgm:cxn modelId="{BBA241D8-D169-4420-8108-AF629FE1C8F2}" type="presParOf" srcId="{38881F41-43BF-4772-B065-36B032FF3A08}" destId="{537643E3-1811-4A32-A3A0-E36608F01C69}" srcOrd="3" destOrd="0" presId="urn:microsoft.com/office/officeart/2009/layout/CirclePictureHierarchy"/>
    <dgm:cxn modelId="{DCEFA22D-EBBD-42B6-92E9-8FA57CC7740F}" type="presParOf" srcId="{537643E3-1811-4A32-A3A0-E36608F01C69}" destId="{AAB203EC-5C57-4CCA-B543-FFD14DE76008}" srcOrd="0" destOrd="0" presId="urn:microsoft.com/office/officeart/2009/layout/CirclePictureHierarchy"/>
    <dgm:cxn modelId="{A940201C-6653-4A03-9AED-F589ABC6DE5C}" type="presParOf" srcId="{AAB203EC-5C57-4CCA-B543-FFD14DE76008}" destId="{F8BAF5E4-24F3-43F4-A39A-D19F3BFC1957}" srcOrd="0" destOrd="0" presId="urn:microsoft.com/office/officeart/2009/layout/CirclePictureHierarchy"/>
    <dgm:cxn modelId="{BB73CF29-BE38-4B78-9A68-2BEAA7658F8C}" type="presParOf" srcId="{AAB203EC-5C57-4CCA-B543-FFD14DE76008}" destId="{B7216BBA-65F9-4A2A-8582-9E27580E61D9}" srcOrd="1" destOrd="0" presId="urn:microsoft.com/office/officeart/2009/layout/CirclePictureHierarchy"/>
    <dgm:cxn modelId="{1A30E115-750F-4B30-BEB1-C455FC67EAF5}" type="presParOf" srcId="{537643E3-1811-4A32-A3A0-E36608F01C69}" destId="{06DFA037-3C33-4287-8FFE-F5B32543BFCC}" srcOrd="1" destOrd="0" presId="urn:microsoft.com/office/officeart/2009/layout/CirclePictureHierarchy"/>
    <dgm:cxn modelId="{F2F981F0-1C1E-4A70-837C-A5B218CD32F4}" type="presParOf" srcId="{06DFA037-3C33-4287-8FFE-F5B32543BFCC}" destId="{5088F49F-64C2-4C31-879C-054FE98D61FF}" srcOrd="0" destOrd="0" presId="urn:microsoft.com/office/officeart/2009/layout/CirclePictureHierarchy"/>
    <dgm:cxn modelId="{4ADFB31E-C6D9-4684-A407-C9411963556E}" type="presParOf" srcId="{06DFA037-3C33-4287-8FFE-F5B32543BFCC}" destId="{A070CF0B-CD52-4AB0-AC23-7602A3226827}" srcOrd="1" destOrd="0" presId="urn:microsoft.com/office/officeart/2009/layout/CirclePictureHierarchy"/>
    <dgm:cxn modelId="{305B0A5F-A617-4AFE-B3C9-5BD7353658AD}" type="presParOf" srcId="{A070CF0B-CD52-4AB0-AC23-7602A3226827}" destId="{986D1E85-4B12-4722-A338-EFE8F8D13279}" srcOrd="0" destOrd="0" presId="urn:microsoft.com/office/officeart/2009/layout/CirclePictureHierarchy"/>
    <dgm:cxn modelId="{4E4DF279-4022-4E83-90CF-531B2F1738F0}" type="presParOf" srcId="{986D1E85-4B12-4722-A338-EFE8F8D13279}" destId="{41A8274D-CC2F-411F-8461-3F8B2916B7B3}" srcOrd="0" destOrd="0" presId="urn:microsoft.com/office/officeart/2009/layout/CirclePictureHierarchy"/>
    <dgm:cxn modelId="{2813B5C6-AABC-4048-8A8F-0CEF07161E06}" type="presParOf" srcId="{986D1E85-4B12-4722-A338-EFE8F8D13279}" destId="{A0570322-C67E-4651-8F64-6FAF5B806060}" srcOrd="1" destOrd="0" presId="urn:microsoft.com/office/officeart/2009/layout/CirclePictureHierarchy"/>
    <dgm:cxn modelId="{E3FA138C-DFBF-49E3-BE04-CA3928A6052D}" type="presParOf" srcId="{A070CF0B-CD52-4AB0-AC23-7602A3226827}" destId="{65544E20-4E2C-4A72-B9B7-0BC36EAE73D9}" srcOrd="1" destOrd="0" presId="urn:microsoft.com/office/officeart/2009/layout/CirclePictureHierarchy"/>
    <dgm:cxn modelId="{56E8E3ED-825F-4949-9D3A-BE1CAADC9E26}" type="presParOf" srcId="{65544E20-4E2C-4A72-B9B7-0BC36EAE73D9}" destId="{664A6AD8-FE27-4BC4-8F3C-E82127A6525B}" srcOrd="0" destOrd="0" presId="urn:microsoft.com/office/officeart/2009/layout/CirclePictureHierarchy"/>
    <dgm:cxn modelId="{F95E6B28-910F-4D91-87FC-D6ACCDBE056C}" type="presParOf" srcId="{65544E20-4E2C-4A72-B9B7-0BC36EAE73D9}" destId="{F6D975A6-FC93-4AD5-8E6A-C7A93F063309}" srcOrd="1" destOrd="0" presId="urn:microsoft.com/office/officeart/2009/layout/CirclePictureHierarchy"/>
    <dgm:cxn modelId="{6A2BD607-79C9-43C7-86E2-B5EED69AA965}" type="presParOf" srcId="{F6D975A6-FC93-4AD5-8E6A-C7A93F063309}" destId="{4E488B78-0C94-4437-B990-B243AB05C7EA}" srcOrd="0" destOrd="0" presId="urn:microsoft.com/office/officeart/2009/layout/CirclePictureHierarchy"/>
    <dgm:cxn modelId="{8FFC0CC8-B1B6-4317-BA1D-81960C3DFE1C}" type="presParOf" srcId="{4E488B78-0C94-4437-B990-B243AB05C7EA}" destId="{72B74161-7D10-498D-9728-342C493EB637}" srcOrd="0" destOrd="0" presId="urn:microsoft.com/office/officeart/2009/layout/CirclePictureHierarchy"/>
    <dgm:cxn modelId="{1399B194-2C32-4D0D-A59B-62209B6399EC}" type="presParOf" srcId="{4E488B78-0C94-4437-B990-B243AB05C7EA}" destId="{F3C098CF-18F1-4592-8960-4179D8AB91EF}" srcOrd="1" destOrd="0" presId="urn:microsoft.com/office/officeart/2009/layout/CirclePictureHierarchy"/>
    <dgm:cxn modelId="{FCAB9E1F-6298-4922-BE60-77B1C15546E0}" type="presParOf" srcId="{F6D975A6-FC93-4AD5-8E6A-C7A93F063309}" destId="{B60EB07B-16A1-445C-97AF-E31F471EB305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1D42256-92FE-4A2B-8309-EECB65AC15B8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2D290A3E-0708-42EA-AC12-561E60A53500}">
      <dgm:prSet phldrT="[Text]"/>
      <dgm:spPr/>
      <dgm:t>
        <a:bodyPr/>
        <a:lstStyle/>
        <a:p>
          <a:r>
            <a:rPr lang="en-US" dirty="0"/>
            <a:t>DIPLOMA INDUSTRI SIAPAN LOGAM (IMF)</a:t>
          </a:r>
          <a:endParaRPr lang="en-MY" dirty="0"/>
        </a:p>
      </dgm:t>
    </dgm:pt>
    <dgm:pt modelId="{8540AA03-754C-48BA-8E60-921280791C71}" type="parTrans" cxnId="{DB9BC3D4-B3E8-401E-BB4A-A8872AD3C42A}">
      <dgm:prSet/>
      <dgm:spPr/>
      <dgm:t>
        <a:bodyPr/>
        <a:lstStyle/>
        <a:p>
          <a:endParaRPr lang="en-MY"/>
        </a:p>
      </dgm:t>
    </dgm:pt>
    <dgm:pt modelId="{D95F9CE6-F2EA-41E6-B566-4EF1892913E9}" type="sibTrans" cxnId="{DB9BC3D4-B3E8-401E-BB4A-A8872AD3C42A}">
      <dgm:prSet/>
      <dgm:spPr/>
      <dgm:t>
        <a:bodyPr/>
        <a:lstStyle/>
        <a:p>
          <a:endParaRPr lang="en-MY"/>
        </a:p>
      </dgm:t>
    </dgm:pt>
    <dgm:pt modelId="{678C740F-FE87-419F-B415-F2CA8C350B08}">
      <dgm:prSet phldrT="[Text]" phldr="0"/>
      <dgm:spPr/>
      <dgm:t>
        <a:bodyPr/>
        <a:lstStyle/>
        <a:p>
          <a:r>
            <a:rPr lang="en-MY" dirty="0"/>
            <a:t>KETUA JABATAN AUTOMOTIF</a:t>
          </a:r>
        </a:p>
      </dgm:t>
    </dgm:pt>
    <dgm:pt modelId="{CB639065-EA8D-46AF-A682-125A448A14EA}" type="parTrans" cxnId="{BD162553-2137-43BD-B9F7-7AF5333B8C6E}">
      <dgm:prSet/>
      <dgm:spPr/>
      <dgm:t>
        <a:bodyPr/>
        <a:lstStyle/>
        <a:p>
          <a:endParaRPr lang="en-MY"/>
        </a:p>
      </dgm:t>
    </dgm:pt>
    <dgm:pt modelId="{A477A2C5-274B-4AB3-8D76-83986131E773}" type="sibTrans" cxnId="{BD162553-2137-43BD-B9F7-7AF5333B8C6E}">
      <dgm:prSet/>
      <dgm:spPr/>
      <dgm:t>
        <a:bodyPr/>
        <a:lstStyle/>
        <a:p>
          <a:endParaRPr lang="en-MY"/>
        </a:p>
      </dgm:t>
    </dgm:pt>
    <dgm:pt modelId="{8A063DCB-11F3-4A88-B53B-C6D076E5A5FF}">
      <dgm:prSet phldrT="[Text]"/>
      <dgm:spPr/>
      <dgm:t>
        <a:bodyPr/>
        <a:lstStyle/>
        <a:p>
          <a:r>
            <a:rPr lang="en-US" dirty="0"/>
            <a:t>SIJIL TEKNOLOGI KEJURUTERAAN LUKISAN DAN REKABENTUK (SLR) </a:t>
          </a:r>
          <a:endParaRPr lang="en-MY" dirty="0"/>
        </a:p>
      </dgm:t>
    </dgm:pt>
    <dgm:pt modelId="{BB749558-332E-4A85-96FB-5AB4EE087125}" type="parTrans" cxnId="{AD3531AD-300A-4E84-B24F-7A5F6E23887D}">
      <dgm:prSet/>
      <dgm:spPr/>
      <dgm:t>
        <a:bodyPr/>
        <a:lstStyle/>
        <a:p>
          <a:endParaRPr lang="en-MY"/>
        </a:p>
      </dgm:t>
    </dgm:pt>
    <dgm:pt modelId="{0CFB8566-784F-483E-A764-400A963F9186}" type="sibTrans" cxnId="{AD3531AD-300A-4E84-B24F-7A5F6E23887D}">
      <dgm:prSet/>
      <dgm:spPr/>
      <dgm:t>
        <a:bodyPr/>
        <a:lstStyle/>
        <a:p>
          <a:endParaRPr lang="en-MY"/>
        </a:p>
      </dgm:t>
    </dgm:pt>
    <dgm:pt modelId="{F84119E7-DBA3-4A0A-859C-CDD007A0A7D0}">
      <dgm:prSet phldrT="[Text]" phldr="0"/>
      <dgm:spPr/>
      <dgm:t>
        <a:bodyPr/>
        <a:lstStyle/>
        <a:p>
          <a:r>
            <a:rPr lang="en-MY" dirty="0"/>
            <a:t>KETUA JABATAN MEKANIKAL </a:t>
          </a:r>
        </a:p>
      </dgm:t>
    </dgm:pt>
    <dgm:pt modelId="{5EB1826F-889F-407E-87EB-81AB1ACD7C94}" type="parTrans" cxnId="{B592EB21-3ABD-4F10-8483-D801A2C4345E}">
      <dgm:prSet/>
      <dgm:spPr/>
      <dgm:t>
        <a:bodyPr/>
        <a:lstStyle/>
        <a:p>
          <a:endParaRPr lang="en-MY"/>
        </a:p>
      </dgm:t>
    </dgm:pt>
    <dgm:pt modelId="{4E66EAD0-E0A6-43B6-8B8A-6B6CAE364F1B}" type="sibTrans" cxnId="{B592EB21-3ABD-4F10-8483-D801A2C4345E}">
      <dgm:prSet/>
      <dgm:spPr/>
      <dgm:t>
        <a:bodyPr/>
        <a:lstStyle/>
        <a:p>
          <a:endParaRPr lang="en-MY"/>
        </a:p>
      </dgm:t>
    </dgm:pt>
    <dgm:pt modelId="{25588F6D-9C91-4758-A2AC-AC6A7D19D3A7}">
      <dgm:prSet phldrT="[Text]"/>
      <dgm:spPr/>
      <dgm:t>
        <a:bodyPr/>
        <a:lstStyle/>
        <a:p>
          <a:r>
            <a:rPr lang="en-MY" dirty="0"/>
            <a:t>KETUA PROGRAM</a:t>
          </a:r>
        </a:p>
      </dgm:t>
    </dgm:pt>
    <dgm:pt modelId="{8DF6252E-CC13-4B7B-BF1E-F7F9C7A4558F}" type="parTrans" cxnId="{42AF4714-89DA-4088-9439-449B5162C635}">
      <dgm:prSet/>
      <dgm:spPr/>
      <dgm:t>
        <a:bodyPr/>
        <a:lstStyle/>
        <a:p>
          <a:endParaRPr lang="en-MY"/>
        </a:p>
      </dgm:t>
    </dgm:pt>
    <dgm:pt modelId="{1136F292-928E-4453-9A16-EB37DA35D927}" type="sibTrans" cxnId="{42AF4714-89DA-4088-9439-449B5162C635}">
      <dgm:prSet/>
      <dgm:spPr/>
      <dgm:t>
        <a:bodyPr/>
        <a:lstStyle/>
        <a:p>
          <a:endParaRPr lang="en-MY"/>
        </a:p>
      </dgm:t>
    </dgm:pt>
    <dgm:pt modelId="{DB6ACF4F-7E8B-4D6A-8B12-2CC1CC5E7C6A}">
      <dgm:prSet phldrT="[Text]" phldr="0"/>
      <dgm:spPr/>
      <dgm:t>
        <a:bodyPr/>
        <a:lstStyle/>
        <a:p>
          <a:r>
            <a:rPr lang="en-MY" dirty="0"/>
            <a:t>KETUA PROGRAM</a:t>
          </a:r>
        </a:p>
      </dgm:t>
    </dgm:pt>
    <dgm:pt modelId="{C6F5B8A7-7405-44AE-B6A2-FC68029FE639}" type="parTrans" cxnId="{7040C983-78E9-4FC7-B4FD-B7971ECDE81E}">
      <dgm:prSet/>
      <dgm:spPr/>
      <dgm:t>
        <a:bodyPr/>
        <a:lstStyle/>
        <a:p>
          <a:endParaRPr lang="en-MY"/>
        </a:p>
      </dgm:t>
    </dgm:pt>
    <dgm:pt modelId="{650A6374-EDE1-4608-BA37-3F49A4E994C8}" type="sibTrans" cxnId="{7040C983-78E9-4FC7-B4FD-B7971ECDE81E}">
      <dgm:prSet/>
      <dgm:spPr/>
      <dgm:t>
        <a:bodyPr/>
        <a:lstStyle/>
        <a:p>
          <a:endParaRPr lang="en-MY"/>
        </a:p>
      </dgm:t>
    </dgm:pt>
    <dgm:pt modelId="{F31AFA95-DAB3-4FBC-B62D-D8890A5E93FD}">
      <dgm:prSet phldrT="[Text]" phldr="0"/>
      <dgm:spPr/>
      <dgm:t>
        <a:bodyPr/>
        <a:lstStyle/>
        <a:p>
          <a:r>
            <a:rPr lang="en-MY" dirty="0"/>
            <a:t>PENSYARAH</a:t>
          </a:r>
        </a:p>
      </dgm:t>
    </dgm:pt>
    <dgm:pt modelId="{3C2C6F8E-A61B-469B-8E9B-D1BBD5DD4486}" type="parTrans" cxnId="{5AF7D758-568D-4A02-B360-E9BEE70D2A71}">
      <dgm:prSet/>
      <dgm:spPr/>
      <dgm:t>
        <a:bodyPr/>
        <a:lstStyle/>
        <a:p>
          <a:endParaRPr lang="en-MY"/>
        </a:p>
      </dgm:t>
    </dgm:pt>
    <dgm:pt modelId="{9AD35DD0-BD7A-4070-AB7B-6B87B62FE842}" type="sibTrans" cxnId="{5AF7D758-568D-4A02-B360-E9BEE70D2A71}">
      <dgm:prSet/>
      <dgm:spPr/>
      <dgm:t>
        <a:bodyPr/>
        <a:lstStyle/>
        <a:p>
          <a:endParaRPr lang="en-MY"/>
        </a:p>
      </dgm:t>
    </dgm:pt>
    <dgm:pt modelId="{7B14849A-1546-4677-98A8-E4484DF51894}">
      <dgm:prSet phldrT="[Text]" phldr="0"/>
      <dgm:spPr/>
      <dgm:t>
        <a:bodyPr/>
        <a:lstStyle/>
        <a:p>
          <a:r>
            <a:rPr lang="en-US" dirty="0"/>
            <a:t>SIJIL TEKNOLOGI KEJURUTERAAN MEKANIK INDUSTRI (SMI)</a:t>
          </a:r>
          <a:endParaRPr lang="en-MY" dirty="0"/>
        </a:p>
      </dgm:t>
    </dgm:pt>
    <dgm:pt modelId="{BFA8DA1C-82F0-4069-AC5A-4873DA08ED1B}" type="parTrans" cxnId="{57BE271B-0CF2-4A80-A882-D6301E50B199}">
      <dgm:prSet/>
      <dgm:spPr/>
      <dgm:t>
        <a:bodyPr/>
        <a:lstStyle/>
        <a:p>
          <a:endParaRPr lang="en-MY"/>
        </a:p>
      </dgm:t>
    </dgm:pt>
    <dgm:pt modelId="{6AA44A96-6EA2-4960-85D3-213E7729B1C4}" type="sibTrans" cxnId="{57BE271B-0CF2-4A80-A882-D6301E50B199}">
      <dgm:prSet/>
      <dgm:spPr/>
      <dgm:t>
        <a:bodyPr/>
        <a:lstStyle/>
        <a:p>
          <a:endParaRPr lang="en-MY"/>
        </a:p>
      </dgm:t>
    </dgm:pt>
    <dgm:pt modelId="{FDD63724-165E-4914-BDDD-00198758B5E9}">
      <dgm:prSet phldrT="[Text]" phldr="0"/>
      <dgm:spPr/>
      <dgm:t>
        <a:bodyPr/>
        <a:lstStyle/>
        <a:p>
          <a:r>
            <a:rPr lang="en-MY" dirty="0"/>
            <a:t>KETUA JABATAN MEKANIKAL</a:t>
          </a:r>
        </a:p>
      </dgm:t>
    </dgm:pt>
    <dgm:pt modelId="{CD0E53AD-3FC0-40A2-BE6B-A2B4D9E3A159}" type="parTrans" cxnId="{3F784045-81DA-467B-AE94-7FDC945C1452}">
      <dgm:prSet/>
      <dgm:spPr/>
      <dgm:t>
        <a:bodyPr/>
        <a:lstStyle/>
        <a:p>
          <a:endParaRPr lang="en-MY"/>
        </a:p>
      </dgm:t>
    </dgm:pt>
    <dgm:pt modelId="{4B4317A3-FD6C-44D5-9B99-EFA3949BF910}" type="sibTrans" cxnId="{3F784045-81DA-467B-AE94-7FDC945C1452}">
      <dgm:prSet/>
      <dgm:spPr/>
      <dgm:t>
        <a:bodyPr/>
        <a:lstStyle/>
        <a:p>
          <a:endParaRPr lang="en-MY"/>
        </a:p>
      </dgm:t>
    </dgm:pt>
    <dgm:pt modelId="{E4F8634B-5D1F-44DD-9C89-F81759935EEF}">
      <dgm:prSet phldrT="[Text]" phldr="0"/>
      <dgm:spPr/>
      <dgm:t>
        <a:bodyPr/>
        <a:lstStyle/>
        <a:p>
          <a:r>
            <a:rPr lang="en-MY"/>
            <a:t>KETUA PROGRAM</a:t>
          </a:r>
          <a:endParaRPr lang="en-MY" dirty="0"/>
        </a:p>
      </dgm:t>
    </dgm:pt>
    <dgm:pt modelId="{54EE81D7-684B-489A-8E78-61E5E753AC9E}" type="parTrans" cxnId="{F2CA6148-E8FB-4059-A9A0-BA99083C083C}">
      <dgm:prSet/>
      <dgm:spPr/>
      <dgm:t>
        <a:bodyPr/>
        <a:lstStyle/>
        <a:p>
          <a:endParaRPr lang="en-MY"/>
        </a:p>
      </dgm:t>
    </dgm:pt>
    <dgm:pt modelId="{E20F328C-45E5-4733-9E44-EE255AE58946}" type="sibTrans" cxnId="{F2CA6148-E8FB-4059-A9A0-BA99083C083C}">
      <dgm:prSet/>
      <dgm:spPr/>
      <dgm:t>
        <a:bodyPr/>
        <a:lstStyle/>
        <a:p>
          <a:endParaRPr lang="en-MY"/>
        </a:p>
      </dgm:t>
    </dgm:pt>
    <dgm:pt modelId="{EEB68B46-AE67-4906-918F-96103360445F}">
      <dgm:prSet phldrT="[Text]" phldr="0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SIJIL TEKNOLOGI KEJURUTERAAN MEKATRONIK (SMK)</a:t>
          </a:r>
          <a:endParaRPr lang="en-MY" dirty="0">
            <a:solidFill>
              <a:schemeClr val="tx1"/>
            </a:solidFill>
          </a:endParaRPr>
        </a:p>
      </dgm:t>
    </dgm:pt>
    <dgm:pt modelId="{C65F86FE-F3A0-4E43-8BD6-885F9DCC9D5C}" type="parTrans" cxnId="{86480059-58D8-4800-823D-4828C4954931}">
      <dgm:prSet/>
      <dgm:spPr/>
      <dgm:t>
        <a:bodyPr/>
        <a:lstStyle/>
        <a:p>
          <a:endParaRPr lang="en-MY"/>
        </a:p>
      </dgm:t>
    </dgm:pt>
    <dgm:pt modelId="{FE0F456B-968E-4FC1-8CAB-EA6921379ADD}" type="sibTrans" cxnId="{86480059-58D8-4800-823D-4828C4954931}">
      <dgm:prSet/>
      <dgm:spPr/>
      <dgm:t>
        <a:bodyPr/>
        <a:lstStyle/>
        <a:p>
          <a:endParaRPr lang="en-MY"/>
        </a:p>
      </dgm:t>
    </dgm:pt>
    <dgm:pt modelId="{A5422787-5065-4EEA-B572-F5DB91D747D9}">
      <dgm:prSet phldrT="[Text]" phldr="0"/>
      <dgm:spPr/>
      <dgm:t>
        <a:bodyPr/>
        <a:lstStyle/>
        <a:p>
          <a:r>
            <a:rPr lang="en-MY" dirty="0"/>
            <a:t>KETUA PROGRAM</a:t>
          </a:r>
        </a:p>
      </dgm:t>
    </dgm:pt>
    <dgm:pt modelId="{F87EB5C4-BC36-4DAF-9831-8C33A6464957}" type="parTrans" cxnId="{11C6CE05-FC6C-4A91-82EC-4F35D5EC6A2C}">
      <dgm:prSet/>
      <dgm:spPr/>
      <dgm:t>
        <a:bodyPr/>
        <a:lstStyle/>
        <a:p>
          <a:endParaRPr lang="en-MY"/>
        </a:p>
      </dgm:t>
    </dgm:pt>
    <dgm:pt modelId="{F014FB83-C72B-4D64-975E-BAAF10FE930D}" type="sibTrans" cxnId="{11C6CE05-FC6C-4A91-82EC-4F35D5EC6A2C}">
      <dgm:prSet/>
      <dgm:spPr/>
      <dgm:t>
        <a:bodyPr/>
        <a:lstStyle/>
        <a:p>
          <a:endParaRPr lang="en-MY"/>
        </a:p>
      </dgm:t>
    </dgm:pt>
    <dgm:pt modelId="{70D3B237-80AE-4BF2-826B-074645A14CD9}">
      <dgm:prSet phldrT="[Text]" phldr="0"/>
      <dgm:spPr/>
      <dgm:t>
        <a:bodyPr/>
        <a:lstStyle/>
        <a:p>
          <a:r>
            <a:rPr lang="en-MY"/>
            <a:t>PENSYARAH</a:t>
          </a:r>
          <a:endParaRPr lang="en-MY" dirty="0"/>
        </a:p>
      </dgm:t>
    </dgm:pt>
    <dgm:pt modelId="{19F0B04C-80A3-4F70-8781-87CB9B69FB0B}" type="parTrans" cxnId="{54A63D0D-A071-4A3F-9EA5-8DDB26EC08CB}">
      <dgm:prSet/>
      <dgm:spPr/>
      <dgm:t>
        <a:bodyPr/>
        <a:lstStyle/>
        <a:p>
          <a:endParaRPr lang="en-MY"/>
        </a:p>
      </dgm:t>
    </dgm:pt>
    <dgm:pt modelId="{1D7A5777-3B89-4A66-A58F-8ED4CC20C860}" type="sibTrans" cxnId="{54A63D0D-A071-4A3F-9EA5-8DDB26EC08CB}">
      <dgm:prSet/>
      <dgm:spPr/>
      <dgm:t>
        <a:bodyPr/>
        <a:lstStyle/>
        <a:p>
          <a:endParaRPr lang="en-MY"/>
        </a:p>
      </dgm:t>
    </dgm:pt>
    <dgm:pt modelId="{7659AB57-89D2-448F-B6C5-123C8B36A817}">
      <dgm:prSet phldrT="[Text]"/>
      <dgm:spPr/>
      <dgm:t>
        <a:bodyPr/>
        <a:lstStyle/>
        <a:p>
          <a:r>
            <a:rPr lang="en-MY" dirty="0"/>
            <a:t>PENSYARAH</a:t>
          </a:r>
        </a:p>
      </dgm:t>
    </dgm:pt>
    <dgm:pt modelId="{C492368A-E7D8-40C2-AFBE-7547AF1F21AB}" type="parTrans" cxnId="{97CAA4D3-3198-4CF2-9905-5AE0A6A557B5}">
      <dgm:prSet/>
      <dgm:spPr/>
      <dgm:t>
        <a:bodyPr/>
        <a:lstStyle/>
        <a:p>
          <a:endParaRPr lang="en-MY"/>
        </a:p>
      </dgm:t>
    </dgm:pt>
    <dgm:pt modelId="{90927CD7-2062-42A1-B6A0-65D8CA880BC0}" type="sibTrans" cxnId="{97CAA4D3-3198-4CF2-9905-5AE0A6A557B5}">
      <dgm:prSet/>
      <dgm:spPr/>
      <dgm:t>
        <a:bodyPr/>
        <a:lstStyle/>
        <a:p>
          <a:endParaRPr lang="en-MY"/>
        </a:p>
      </dgm:t>
    </dgm:pt>
    <dgm:pt modelId="{C693D1F4-88A7-4E86-8F0C-BD46D425B942}">
      <dgm:prSet phldrT="[Text]" phldr="0"/>
      <dgm:spPr/>
      <dgm:t>
        <a:bodyPr/>
        <a:lstStyle/>
        <a:p>
          <a:r>
            <a:rPr lang="en-MY"/>
            <a:t>PENSYARAH</a:t>
          </a:r>
          <a:endParaRPr lang="en-MY" dirty="0"/>
        </a:p>
      </dgm:t>
    </dgm:pt>
    <dgm:pt modelId="{55968E52-D2C3-4551-9B61-D83073FAE6D4}" type="parTrans" cxnId="{EDFBE8B8-51F2-4040-9EE5-2C11A7AC3393}">
      <dgm:prSet/>
      <dgm:spPr/>
      <dgm:t>
        <a:bodyPr/>
        <a:lstStyle/>
        <a:p>
          <a:endParaRPr lang="en-MY"/>
        </a:p>
      </dgm:t>
    </dgm:pt>
    <dgm:pt modelId="{FB097D49-EF6D-4190-96B6-3273C49AA3CC}" type="sibTrans" cxnId="{EDFBE8B8-51F2-4040-9EE5-2C11A7AC3393}">
      <dgm:prSet/>
      <dgm:spPr/>
      <dgm:t>
        <a:bodyPr/>
        <a:lstStyle/>
        <a:p>
          <a:endParaRPr lang="en-MY"/>
        </a:p>
      </dgm:t>
    </dgm:pt>
    <dgm:pt modelId="{38881F41-43BF-4772-B065-36B032FF3A08}" type="pres">
      <dgm:prSet presAssocID="{61D42256-92FE-4A2B-8309-EECB65AC15B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6A7FEB4-B487-4B45-8D22-BB19F40BA991}" type="pres">
      <dgm:prSet presAssocID="{2D290A3E-0708-42EA-AC12-561E60A53500}" presName="hierRoot1" presStyleCnt="0"/>
      <dgm:spPr/>
    </dgm:pt>
    <dgm:pt modelId="{CB0A8785-AB8E-413A-9BE1-A4E1FFD9FCE9}" type="pres">
      <dgm:prSet presAssocID="{2D290A3E-0708-42EA-AC12-561E60A53500}" presName="composite" presStyleCnt="0"/>
      <dgm:spPr/>
    </dgm:pt>
    <dgm:pt modelId="{2D5561A6-3003-414D-9CB0-CF368EE87E0B}" type="pres">
      <dgm:prSet presAssocID="{2D290A3E-0708-42EA-AC12-561E60A53500}" presName="image" presStyleLbl="node0" presStyleIdx="0" presStyleCnt="4"/>
      <dgm:spPr/>
    </dgm:pt>
    <dgm:pt modelId="{1E05EFA7-BCD8-4508-AB47-6289F6F967FE}" type="pres">
      <dgm:prSet presAssocID="{2D290A3E-0708-42EA-AC12-561E60A53500}" presName="text" presStyleLbl="revTx" presStyleIdx="0" presStyleCnt="15">
        <dgm:presLayoutVars>
          <dgm:chPref val="3"/>
        </dgm:presLayoutVars>
      </dgm:prSet>
      <dgm:spPr/>
    </dgm:pt>
    <dgm:pt modelId="{0FD7663B-3E0E-42DA-8FC5-226F5168534A}" type="pres">
      <dgm:prSet presAssocID="{2D290A3E-0708-42EA-AC12-561E60A53500}" presName="hierChild2" presStyleCnt="0"/>
      <dgm:spPr/>
    </dgm:pt>
    <dgm:pt modelId="{19E467E9-9141-41A5-90B8-31DDE88A50C7}" type="pres">
      <dgm:prSet presAssocID="{CB639065-EA8D-46AF-A682-125A448A14EA}" presName="Name10" presStyleLbl="parChTrans1D2" presStyleIdx="0" presStyleCnt="4"/>
      <dgm:spPr/>
    </dgm:pt>
    <dgm:pt modelId="{F865C381-C70C-40FD-BDFE-CC5660DDEEF9}" type="pres">
      <dgm:prSet presAssocID="{678C740F-FE87-419F-B415-F2CA8C350B08}" presName="hierRoot2" presStyleCnt="0"/>
      <dgm:spPr/>
    </dgm:pt>
    <dgm:pt modelId="{1AE6DFC4-DC7E-4721-A6C4-DC104F8B86F7}" type="pres">
      <dgm:prSet presAssocID="{678C740F-FE87-419F-B415-F2CA8C350B08}" presName="composite2" presStyleCnt="0"/>
      <dgm:spPr/>
    </dgm:pt>
    <dgm:pt modelId="{A22D1742-CEF5-4380-954B-0F319BD3F447}" type="pres">
      <dgm:prSet presAssocID="{678C740F-FE87-419F-B415-F2CA8C350B08}" presName="image2" presStyleLbl="node2" presStyleIdx="0" presStyleCnt="4"/>
      <dgm:spPr/>
    </dgm:pt>
    <dgm:pt modelId="{64CCF63D-3BC3-4876-84B3-F7468938945B}" type="pres">
      <dgm:prSet presAssocID="{678C740F-FE87-419F-B415-F2CA8C350B08}" presName="text2" presStyleLbl="revTx" presStyleIdx="1" presStyleCnt="15">
        <dgm:presLayoutVars>
          <dgm:chPref val="3"/>
        </dgm:presLayoutVars>
      </dgm:prSet>
      <dgm:spPr/>
    </dgm:pt>
    <dgm:pt modelId="{846506CD-5DF7-496E-81B0-04B658B1E553}" type="pres">
      <dgm:prSet presAssocID="{678C740F-FE87-419F-B415-F2CA8C350B08}" presName="hierChild3" presStyleCnt="0"/>
      <dgm:spPr/>
    </dgm:pt>
    <dgm:pt modelId="{960112E5-38BF-4555-A70C-BBF0869B6DA5}" type="pres">
      <dgm:prSet presAssocID="{8DF6252E-CC13-4B7B-BF1E-F7F9C7A4558F}" presName="Name17" presStyleLbl="parChTrans1D3" presStyleIdx="0" presStyleCnt="4"/>
      <dgm:spPr/>
    </dgm:pt>
    <dgm:pt modelId="{DE1E9740-21D7-4041-BC21-51749B432F93}" type="pres">
      <dgm:prSet presAssocID="{25588F6D-9C91-4758-A2AC-AC6A7D19D3A7}" presName="hierRoot3" presStyleCnt="0"/>
      <dgm:spPr/>
    </dgm:pt>
    <dgm:pt modelId="{A9E1E626-B23A-40EE-8591-E91C26AD1B31}" type="pres">
      <dgm:prSet presAssocID="{25588F6D-9C91-4758-A2AC-AC6A7D19D3A7}" presName="composite3" presStyleCnt="0"/>
      <dgm:spPr/>
    </dgm:pt>
    <dgm:pt modelId="{7948AB32-2768-460D-8FFD-9C2001C0EF86}" type="pres">
      <dgm:prSet presAssocID="{25588F6D-9C91-4758-A2AC-AC6A7D19D3A7}" presName="image3" presStyleLbl="node3" presStyleIdx="0" presStyleCnt="4"/>
      <dgm:spPr/>
    </dgm:pt>
    <dgm:pt modelId="{F110EC74-F6D6-44E1-B166-7CAF290759C0}" type="pres">
      <dgm:prSet presAssocID="{25588F6D-9C91-4758-A2AC-AC6A7D19D3A7}" presName="text3" presStyleLbl="revTx" presStyleIdx="2" presStyleCnt="15">
        <dgm:presLayoutVars>
          <dgm:chPref val="3"/>
        </dgm:presLayoutVars>
      </dgm:prSet>
      <dgm:spPr/>
    </dgm:pt>
    <dgm:pt modelId="{BD15827D-01FC-442C-885C-F05935C02970}" type="pres">
      <dgm:prSet presAssocID="{25588F6D-9C91-4758-A2AC-AC6A7D19D3A7}" presName="hierChild4" presStyleCnt="0"/>
      <dgm:spPr/>
    </dgm:pt>
    <dgm:pt modelId="{6D2B66F1-D5D2-4EA4-AF78-E5E0145BADD0}" type="pres">
      <dgm:prSet presAssocID="{C492368A-E7D8-40C2-AFBE-7547AF1F21AB}" presName="Name23" presStyleLbl="parChTrans1D4" presStyleIdx="0" presStyleCnt="3"/>
      <dgm:spPr/>
    </dgm:pt>
    <dgm:pt modelId="{FC971637-932A-449E-9EB3-DC928AC8F339}" type="pres">
      <dgm:prSet presAssocID="{7659AB57-89D2-448F-B6C5-123C8B36A817}" presName="hierRoot4" presStyleCnt="0"/>
      <dgm:spPr/>
    </dgm:pt>
    <dgm:pt modelId="{B7B24206-D4F9-4E2F-ADCA-C55CB12EC196}" type="pres">
      <dgm:prSet presAssocID="{7659AB57-89D2-448F-B6C5-123C8B36A817}" presName="composite4" presStyleCnt="0"/>
      <dgm:spPr/>
    </dgm:pt>
    <dgm:pt modelId="{20C88714-F21A-4301-86CC-7DD8C9ECBA73}" type="pres">
      <dgm:prSet presAssocID="{7659AB57-89D2-448F-B6C5-123C8B36A817}" presName="image4" presStyleLbl="node4" presStyleIdx="0" presStyleCnt="3"/>
      <dgm:spPr/>
    </dgm:pt>
    <dgm:pt modelId="{88B9AAF9-6F52-4A03-B165-11CC1C0EF2D6}" type="pres">
      <dgm:prSet presAssocID="{7659AB57-89D2-448F-B6C5-123C8B36A817}" presName="text4" presStyleLbl="revTx" presStyleIdx="3" presStyleCnt="15">
        <dgm:presLayoutVars>
          <dgm:chPref val="3"/>
        </dgm:presLayoutVars>
      </dgm:prSet>
      <dgm:spPr/>
    </dgm:pt>
    <dgm:pt modelId="{1B35318A-F6CA-4585-989C-CF56F744AFD4}" type="pres">
      <dgm:prSet presAssocID="{7659AB57-89D2-448F-B6C5-123C8B36A817}" presName="hierChild5" presStyleCnt="0"/>
      <dgm:spPr/>
    </dgm:pt>
    <dgm:pt modelId="{243C83DE-1BD6-41CA-9387-A79FF1FF9478}" type="pres">
      <dgm:prSet presAssocID="{8A063DCB-11F3-4A88-B53B-C6D076E5A5FF}" presName="hierRoot1" presStyleCnt="0"/>
      <dgm:spPr/>
    </dgm:pt>
    <dgm:pt modelId="{A542BBB8-4975-442F-85E1-E70037AB792B}" type="pres">
      <dgm:prSet presAssocID="{8A063DCB-11F3-4A88-B53B-C6D076E5A5FF}" presName="composite" presStyleCnt="0"/>
      <dgm:spPr/>
    </dgm:pt>
    <dgm:pt modelId="{52EF77FB-2AFF-473C-B3A6-E04E9356DCEC}" type="pres">
      <dgm:prSet presAssocID="{8A063DCB-11F3-4A88-B53B-C6D076E5A5FF}" presName="image" presStyleLbl="node0" presStyleIdx="1" presStyleCnt="4"/>
      <dgm:spPr/>
    </dgm:pt>
    <dgm:pt modelId="{85153D4C-47C9-4655-9A6A-E1F924A2B7F9}" type="pres">
      <dgm:prSet presAssocID="{8A063DCB-11F3-4A88-B53B-C6D076E5A5FF}" presName="text" presStyleLbl="revTx" presStyleIdx="4" presStyleCnt="15">
        <dgm:presLayoutVars>
          <dgm:chPref val="3"/>
        </dgm:presLayoutVars>
      </dgm:prSet>
      <dgm:spPr/>
    </dgm:pt>
    <dgm:pt modelId="{A5D6873F-7E2A-46D5-931C-31D3314BD629}" type="pres">
      <dgm:prSet presAssocID="{8A063DCB-11F3-4A88-B53B-C6D076E5A5FF}" presName="hierChild2" presStyleCnt="0"/>
      <dgm:spPr/>
    </dgm:pt>
    <dgm:pt modelId="{DDD2AEB8-AAEF-42BB-A3B7-92AB4F3F36B4}" type="pres">
      <dgm:prSet presAssocID="{5EB1826F-889F-407E-87EB-81AB1ACD7C94}" presName="Name10" presStyleLbl="parChTrans1D2" presStyleIdx="1" presStyleCnt="4"/>
      <dgm:spPr/>
    </dgm:pt>
    <dgm:pt modelId="{69BD5674-17E3-4994-A7D0-621897280CE5}" type="pres">
      <dgm:prSet presAssocID="{F84119E7-DBA3-4A0A-859C-CDD007A0A7D0}" presName="hierRoot2" presStyleCnt="0"/>
      <dgm:spPr/>
    </dgm:pt>
    <dgm:pt modelId="{B0827AD0-D1D4-4AE3-812F-A4EC0CE0362B}" type="pres">
      <dgm:prSet presAssocID="{F84119E7-DBA3-4A0A-859C-CDD007A0A7D0}" presName="composite2" presStyleCnt="0"/>
      <dgm:spPr/>
    </dgm:pt>
    <dgm:pt modelId="{59E329C4-94F8-419B-BC47-B99614AC1758}" type="pres">
      <dgm:prSet presAssocID="{F84119E7-DBA3-4A0A-859C-CDD007A0A7D0}" presName="image2" presStyleLbl="node2" presStyleIdx="1" presStyleCnt="4"/>
      <dgm:spPr/>
    </dgm:pt>
    <dgm:pt modelId="{B25EB93A-DAEC-42B1-A798-3A74C1F3A892}" type="pres">
      <dgm:prSet presAssocID="{F84119E7-DBA3-4A0A-859C-CDD007A0A7D0}" presName="text2" presStyleLbl="revTx" presStyleIdx="5" presStyleCnt="15">
        <dgm:presLayoutVars>
          <dgm:chPref val="3"/>
        </dgm:presLayoutVars>
      </dgm:prSet>
      <dgm:spPr/>
    </dgm:pt>
    <dgm:pt modelId="{A4D4A60D-5FBD-41FE-82AD-3EDE63729D79}" type="pres">
      <dgm:prSet presAssocID="{F84119E7-DBA3-4A0A-859C-CDD007A0A7D0}" presName="hierChild3" presStyleCnt="0"/>
      <dgm:spPr/>
    </dgm:pt>
    <dgm:pt modelId="{E0A29182-9B9B-4B08-9643-AE9518C2F568}" type="pres">
      <dgm:prSet presAssocID="{C6F5B8A7-7405-44AE-B6A2-FC68029FE639}" presName="Name17" presStyleLbl="parChTrans1D3" presStyleIdx="1" presStyleCnt="4"/>
      <dgm:spPr/>
    </dgm:pt>
    <dgm:pt modelId="{303BCF75-8E3E-44F5-B046-BC543A69EC66}" type="pres">
      <dgm:prSet presAssocID="{DB6ACF4F-7E8B-4D6A-8B12-2CC1CC5E7C6A}" presName="hierRoot3" presStyleCnt="0"/>
      <dgm:spPr/>
    </dgm:pt>
    <dgm:pt modelId="{F0ED9B75-1C59-42DF-9EC0-2E037743D41E}" type="pres">
      <dgm:prSet presAssocID="{DB6ACF4F-7E8B-4D6A-8B12-2CC1CC5E7C6A}" presName="composite3" presStyleCnt="0"/>
      <dgm:spPr/>
    </dgm:pt>
    <dgm:pt modelId="{75E7DEA4-93A1-4C15-AB24-D510CA6AD042}" type="pres">
      <dgm:prSet presAssocID="{DB6ACF4F-7E8B-4D6A-8B12-2CC1CC5E7C6A}" presName="image3" presStyleLbl="node3" presStyleIdx="1" presStyleCnt="4"/>
      <dgm:spPr/>
    </dgm:pt>
    <dgm:pt modelId="{E84647BC-2FE6-40D5-977E-3AF932A39CB9}" type="pres">
      <dgm:prSet presAssocID="{DB6ACF4F-7E8B-4D6A-8B12-2CC1CC5E7C6A}" presName="text3" presStyleLbl="revTx" presStyleIdx="6" presStyleCnt="15">
        <dgm:presLayoutVars>
          <dgm:chPref val="3"/>
        </dgm:presLayoutVars>
      </dgm:prSet>
      <dgm:spPr/>
    </dgm:pt>
    <dgm:pt modelId="{9A7CE1B2-1740-4793-833A-A4CB9924C201}" type="pres">
      <dgm:prSet presAssocID="{DB6ACF4F-7E8B-4D6A-8B12-2CC1CC5E7C6A}" presName="hierChild4" presStyleCnt="0"/>
      <dgm:spPr/>
    </dgm:pt>
    <dgm:pt modelId="{A78CB080-903E-4C7A-8543-389F3333D5D8}" type="pres">
      <dgm:prSet presAssocID="{3C2C6F8E-A61B-469B-8E9B-D1BBD5DD4486}" presName="Name23" presStyleLbl="parChTrans1D4" presStyleIdx="1" presStyleCnt="3"/>
      <dgm:spPr/>
    </dgm:pt>
    <dgm:pt modelId="{CFED2C9E-7702-427A-A12D-481A900E9AFD}" type="pres">
      <dgm:prSet presAssocID="{F31AFA95-DAB3-4FBC-B62D-D8890A5E93FD}" presName="hierRoot4" presStyleCnt="0"/>
      <dgm:spPr/>
    </dgm:pt>
    <dgm:pt modelId="{7774F635-D578-4A5A-A7EC-8DFDE3F54F17}" type="pres">
      <dgm:prSet presAssocID="{F31AFA95-DAB3-4FBC-B62D-D8890A5E93FD}" presName="composite4" presStyleCnt="0"/>
      <dgm:spPr/>
    </dgm:pt>
    <dgm:pt modelId="{D5BF3127-BB62-4E57-AC21-99516E2769D2}" type="pres">
      <dgm:prSet presAssocID="{F31AFA95-DAB3-4FBC-B62D-D8890A5E93FD}" presName="image4" presStyleLbl="node4" presStyleIdx="1" presStyleCnt="3"/>
      <dgm:spPr/>
    </dgm:pt>
    <dgm:pt modelId="{90E1EFBC-8325-44CE-9CD6-96B32F321BED}" type="pres">
      <dgm:prSet presAssocID="{F31AFA95-DAB3-4FBC-B62D-D8890A5E93FD}" presName="text4" presStyleLbl="revTx" presStyleIdx="7" presStyleCnt="15">
        <dgm:presLayoutVars>
          <dgm:chPref val="3"/>
        </dgm:presLayoutVars>
      </dgm:prSet>
      <dgm:spPr/>
    </dgm:pt>
    <dgm:pt modelId="{A7B964A9-3EF6-48BB-806B-AB81AD882A7A}" type="pres">
      <dgm:prSet presAssocID="{F31AFA95-DAB3-4FBC-B62D-D8890A5E93FD}" presName="hierChild5" presStyleCnt="0"/>
      <dgm:spPr/>
    </dgm:pt>
    <dgm:pt modelId="{5DC19317-8400-4FD5-8509-FDD1E96CE9AF}" type="pres">
      <dgm:prSet presAssocID="{7B14849A-1546-4677-98A8-E4484DF51894}" presName="hierRoot1" presStyleCnt="0"/>
      <dgm:spPr/>
    </dgm:pt>
    <dgm:pt modelId="{07AF6626-3970-43A2-A39F-AEBAEBB64E3C}" type="pres">
      <dgm:prSet presAssocID="{7B14849A-1546-4677-98A8-E4484DF51894}" presName="composite" presStyleCnt="0"/>
      <dgm:spPr/>
    </dgm:pt>
    <dgm:pt modelId="{F72BC338-E3CB-4D24-8403-3FA917A46769}" type="pres">
      <dgm:prSet presAssocID="{7B14849A-1546-4677-98A8-E4484DF51894}" presName="image" presStyleLbl="node0" presStyleIdx="2" presStyleCnt="4"/>
      <dgm:spPr/>
    </dgm:pt>
    <dgm:pt modelId="{1A5EA566-01D9-4E78-8EF1-8FF323F06D96}" type="pres">
      <dgm:prSet presAssocID="{7B14849A-1546-4677-98A8-E4484DF51894}" presName="text" presStyleLbl="revTx" presStyleIdx="8" presStyleCnt="15">
        <dgm:presLayoutVars>
          <dgm:chPref val="3"/>
        </dgm:presLayoutVars>
      </dgm:prSet>
      <dgm:spPr/>
    </dgm:pt>
    <dgm:pt modelId="{C6CBFD2B-DDA9-46AC-9BA8-0776894335ED}" type="pres">
      <dgm:prSet presAssocID="{7B14849A-1546-4677-98A8-E4484DF51894}" presName="hierChild2" presStyleCnt="0"/>
      <dgm:spPr/>
    </dgm:pt>
    <dgm:pt modelId="{B6057B34-AF4D-495C-B3B1-CE28330FC4BD}" type="pres">
      <dgm:prSet presAssocID="{CD0E53AD-3FC0-40A2-BE6B-A2B4D9E3A159}" presName="Name10" presStyleLbl="parChTrans1D2" presStyleIdx="2" presStyleCnt="4"/>
      <dgm:spPr/>
    </dgm:pt>
    <dgm:pt modelId="{3EAFF9EF-B7F3-4B15-B111-14FC1EB7E5A8}" type="pres">
      <dgm:prSet presAssocID="{FDD63724-165E-4914-BDDD-00198758B5E9}" presName="hierRoot2" presStyleCnt="0"/>
      <dgm:spPr/>
    </dgm:pt>
    <dgm:pt modelId="{EE852AF0-FFD5-438A-85C0-7BAB6DC2E9E1}" type="pres">
      <dgm:prSet presAssocID="{FDD63724-165E-4914-BDDD-00198758B5E9}" presName="composite2" presStyleCnt="0"/>
      <dgm:spPr/>
    </dgm:pt>
    <dgm:pt modelId="{242BFE63-5070-4A68-BC9B-85514CB2A17A}" type="pres">
      <dgm:prSet presAssocID="{FDD63724-165E-4914-BDDD-00198758B5E9}" presName="image2" presStyleLbl="node2" presStyleIdx="2" presStyleCnt="4"/>
      <dgm:spPr/>
    </dgm:pt>
    <dgm:pt modelId="{907B2D93-3AB9-4136-AA52-C166188C6209}" type="pres">
      <dgm:prSet presAssocID="{FDD63724-165E-4914-BDDD-00198758B5E9}" presName="text2" presStyleLbl="revTx" presStyleIdx="9" presStyleCnt="15">
        <dgm:presLayoutVars>
          <dgm:chPref val="3"/>
        </dgm:presLayoutVars>
      </dgm:prSet>
      <dgm:spPr/>
    </dgm:pt>
    <dgm:pt modelId="{99EEDD76-B8E2-41F4-A62D-491863DE6FF3}" type="pres">
      <dgm:prSet presAssocID="{FDD63724-165E-4914-BDDD-00198758B5E9}" presName="hierChild3" presStyleCnt="0"/>
      <dgm:spPr/>
    </dgm:pt>
    <dgm:pt modelId="{709E18D8-A0BC-42D3-A788-0D66EC89EC1F}" type="pres">
      <dgm:prSet presAssocID="{54EE81D7-684B-489A-8E78-61E5E753AC9E}" presName="Name17" presStyleLbl="parChTrans1D3" presStyleIdx="2" presStyleCnt="4"/>
      <dgm:spPr/>
    </dgm:pt>
    <dgm:pt modelId="{DCACABF3-4CD5-4235-8CA2-F3FDACDC5DAC}" type="pres">
      <dgm:prSet presAssocID="{E4F8634B-5D1F-44DD-9C89-F81759935EEF}" presName="hierRoot3" presStyleCnt="0"/>
      <dgm:spPr/>
    </dgm:pt>
    <dgm:pt modelId="{5C211815-76E2-4284-8852-DFEE0E5CE92B}" type="pres">
      <dgm:prSet presAssocID="{E4F8634B-5D1F-44DD-9C89-F81759935EEF}" presName="composite3" presStyleCnt="0"/>
      <dgm:spPr/>
    </dgm:pt>
    <dgm:pt modelId="{04E25CA5-335F-4DF6-9A54-74AE00A8B729}" type="pres">
      <dgm:prSet presAssocID="{E4F8634B-5D1F-44DD-9C89-F81759935EEF}" presName="image3" presStyleLbl="node3" presStyleIdx="2" presStyleCnt="4"/>
      <dgm:spPr/>
    </dgm:pt>
    <dgm:pt modelId="{E6305ECC-86B3-41ED-867D-002B27A7D08A}" type="pres">
      <dgm:prSet presAssocID="{E4F8634B-5D1F-44DD-9C89-F81759935EEF}" presName="text3" presStyleLbl="revTx" presStyleIdx="10" presStyleCnt="15">
        <dgm:presLayoutVars>
          <dgm:chPref val="3"/>
        </dgm:presLayoutVars>
      </dgm:prSet>
      <dgm:spPr/>
    </dgm:pt>
    <dgm:pt modelId="{0B3F3CAD-2C41-4747-8509-0EE9EDC6D1E5}" type="pres">
      <dgm:prSet presAssocID="{E4F8634B-5D1F-44DD-9C89-F81759935EEF}" presName="hierChild4" presStyleCnt="0"/>
      <dgm:spPr/>
    </dgm:pt>
    <dgm:pt modelId="{E81EFE0E-B688-405A-A3D7-5B768AA1CEF2}" type="pres">
      <dgm:prSet presAssocID="{55968E52-D2C3-4551-9B61-D83073FAE6D4}" presName="Name23" presStyleLbl="parChTrans1D4" presStyleIdx="2" presStyleCnt="3"/>
      <dgm:spPr/>
    </dgm:pt>
    <dgm:pt modelId="{1C8A6BF7-A0DB-4AB8-9CF1-626650CF1044}" type="pres">
      <dgm:prSet presAssocID="{C693D1F4-88A7-4E86-8F0C-BD46D425B942}" presName="hierRoot4" presStyleCnt="0"/>
      <dgm:spPr/>
    </dgm:pt>
    <dgm:pt modelId="{EE9F4B0F-33D9-4DF1-B95E-5A832DDE953F}" type="pres">
      <dgm:prSet presAssocID="{C693D1F4-88A7-4E86-8F0C-BD46D425B942}" presName="composite4" presStyleCnt="0"/>
      <dgm:spPr/>
    </dgm:pt>
    <dgm:pt modelId="{7E6DB342-F96F-4A1D-AA61-9FDEEAE4D05B}" type="pres">
      <dgm:prSet presAssocID="{C693D1F4-88A7-4E86-8F0C-BD46D425B942}" presName="image4" presStyleLbl="node4" presStyleIdx="2" presStyleCnt="3"/>
      <dgm:spPr/>
    </dgm:pt>
    <dgm:pt modelId="{50326C30-79A1-4C8A-B05C-C8BD33AFD2A6}" type="pres">
      <dgm:prSet presAssocID="{C693D1F4-88A7-4E86-8F0C-BD46D425B942}" presName="text4" presStyleLbl="revTx" presStyleIdx="11" presStyleCnt="15">
        <dgm:presLayoutVars>
          <dgm:chPref val="3"/>
        </dgm:presLayoutVars>
      </dgm:prSet>
      <dgm:spPr/>
    </dgm:pt>
    <dgm:pt modelId="{30AD8F09-0C36-4278-9471-6FD0D113217D}" type="pres">
      <dgm:prSet presAssocID="{C693D1F4-88A7-4E86-8F0C-BD46D425B942}" presName="hierChild5" presStyleCnt="0"/>
      <dgm:spPr/>
    </dgm:pt>
    <dgm:pt modelId="{537643E3-1811-4A32-A3A0-E36608F01C69}" type="pres">
      <dgm:prSet presAssocID="{EEB68B46-AE67-4906-918F-96103360445F}" presName="hierRoot1" presStyleCnt="0"/>
      <dgm:spPr/>
    </dgm:pt>
    <dgm:pt modelId="{AAB203EC-5C57-4CCA-B543-FFD14DE76008}" type="pres">
      <dgm:prSet presAssocID="{EEB68B46-AE67-4906-918F-96103360445F}" presName="composite" presStyleCnt="0"/>
      <dgm:spPr/>
    </dgm:pt>
    <dgm:pt modelId="{F8BAF5E4-24F3-43F4-A39A-D19F3BFC1957}" type="pres">
      <dgm:prSet presAssocID="{EEB68B46-AE67-4906-918F-96103360445F}" presName="image" presStyleLbl="node0" presStyleIdx="3" presStyleCnt="4"/>
      <dgm:spPr/>
    </dgm:pt>
    <dgm:pt modelId="{B7216BBA-65F9-4A2A-8582-9E27580E61D9}" type="pres">
      <dgm:prSet presAssocID="{EEB68B46-AE67-4906-918F-96103360445F}" presName="text" presStyleLbl="revTx" presStyleIdx="12" presStyleCnt="15">
        <dgm:presLayoutVars>
          <dgm:chPref val="3"/>
        </dgm:presLayoutVars>
      </dgm:prSet>
      <dgm:spPr/>
    </dgm:pt>
    <dgm:pt modelId="{06DFA037-3C33-4287-8FFE-F5B32543BFCC}" type="pres">
      <dgm:prSet presAssocID="{EEB68B46-AE67-4906-918F-96103360445F}" presName="hierChild2" presStyleCnt="0"/>
      <dgm:spPr/>
    </dgm:pt>
    <dgm:pt modelId="{5088F49F-64C2-4C31-879C-054FE98D61FF}" type="pres">
      <dgm:prSet presAssocID="{F87EB5C4-BC36-4DAF-9831-8C33A6464957}" presName="Name10" presStyleLbl="parChTrans1D2" presStyleIdx="3" presStyleCnt="4"/>
      <dgm:spPr/>
    </dgm:pt>
    <dgm:pt modelId="{A070CF0B-CD52-4AB0-AC23-7602A3226827}" type="pres">
      <dgm:prSet presAssocID="{A5422787-5065-4EEA-B572-F5DB91D747D9}" presName="hierRoot2" presStyleCnt="0"/>
      <dgm:spPr/>
    </dgm:pt>
    <dgm:pt modelId="{986D1E85-4B12-4722-A338-EFE8F8D13279}" type="pres">
      <dgm:prSet presAssocID="{A5422787-5065-4EEA-B572-F5DB91D747D9}" presName="composite2" presStyleCnt="0"/>
      <dgm:spPr/>
    </dgm:pt>
    <dgm:pt modelId="{41A8274D-CC2F-411F-8461-3F8B2916B7B3}" type="pres">
      <dgm:prSet presAssocID="{A5422787-5065-4EEA-B572-F5DB91D747D9}" presName="image2" presStyleLbl="node2" presStyleIdx="3" presStyleCnt="4"/>
      <dgm:spPr/>
    </dgm:pt>
    <dgm:pt modelId="{A0570322-C67E-4651-8F64-6FAF5B806060}" type="pres">
      <dgm:prSet presAssocID="{A5422787-5065-4EEA-B572-F5DB91D747D9}" presName="text2" presStyleLbl="revTx" presStyleIdx="13" presStyleCnt="15">
        <dgm:presLayoutVars>
          <dgm:chPref val="3"/>
        </dgm:presLayoutVars>
      </dgm:prSet>
      <dgm:spPr/>
    </dgm:pt>
    <dgm:pt modelId="{65544E20-4E2C-4A72-B9B7-0BC36EAE73D9}" type="pres">
      <dgm:prSet presAssocID="{A5422787-5065-4EEA-B572-F5DB91D747D9}" presName="hierChild3" presStyleCnt="0"/>
      <dgm:spPr/>
    </dgm:pt>
    <dgm:pt modelId="{664A6AD8-FE27-4BC4-8F3C-E82127A6525B}" type="pres">
      <dgm:prSet presAssocID="{19F0B04C-80A3-4F70-8781-87CB9B69FB0B}" presName="Name17" presStyleLbl="parChTrans1D3" presStyleIdx="3" presStyleCnt="4"/>
      <dgm:spPr/>
    </dgm:pt>
    <dgm:pt modelId="{F6D975A6-FC93-4AD5-8E6A-C7A93F063309}" type="pres">
      <dgm:prSet presAssocID="{70D3B237-80AE-4BF2-826B-074645A14CD9}" presName="hierRoot3" presStyleCnt="0"/>
      <dgm:spPr/>
    </dgm:pt>
    <dgm:pt modelId="{4E488B78-0C94-4437-B990-B243AB05C7EA}" type="pres">
      <dgm:prSet presAssocID="{70D3B237-80AE-4BF2-826B-074645A14CD9}" presName="composite3" presStyleCnt="0"/>
      <dgm:spPr/>
    </dgm:pt>
    <dgm:pt modelId="{72B74161-7D10-498D-9728-342C493EB637}" type="pres">
      <dgm:prSet presAssocID="{70D3B237-80AE-4BF2-826B-074645A14CD9}" presName="image3" presStyleLbl="node3" presStyleIdx="3" presStyleCnt="4"/>
      <dgm:spPr/>
    </dgm:pt>
    <dgm:pt modelId="{F3C098CF-18F1-4592-8960-4179D8AB91EF}" type="pres">
      <dgm:prSet presAssocID="{70D3B237-80AE-4BF2-826B-074645A14CD9}" presName="text3" presStyleLbl="revTx" presStyleIdx="14" presStyleCnt="15">
        <dgm:presLayoutVars>
          <dgm:chPref val="3"/>
        </dgm:presLayoutVars>
      </dgm:prSet>
      <dgm:spPr/>
    </dgm:pt>
    <dgm:pt modelId="{B60EB07B-16A1-445C-97AF-E31F471EB305}" type="pres">
      <dgm:prSet presAssocID="{70D3B237-80AE-4BF2-826B-074645A14CD9}" presName="hierChild4" presStyleCnt="0"/>
      <dgm:spPr/>
    </dgm:pt>
  </dgm:ptLst>
  <dgm:cxnLst>
    <dgm:cxn modelId="{25B25700-E290-4988-A67D-84511EE10CDF}" type="presOf" srcId="{54EE81D7-684B-489A-8E78-61E5E753AC9E}" destId="{709E18D8-A0BC-42D3-A788-0D66EC89EC1F}" srcOrd="0" destOrd="0" presId="urn:microsoft.com/office/officeart/2009/layout/CirclePictureHierarchy"/>
    <dgm:cxn modelId="{4CBBF802-37A0-4D9A-893D-8DA244A405D5}" type="presOf" srcId="{C6F5B8A7-7405-44AE-B6A2-FC68029FE639}" destId="{E0A29182-9B9B-4B08-9643-AE9518C2F568}" srcOrd="0" destOrd="0" presId="urn:microsoft.com/office/officeart/2009/layout/CirclePictureHierarchy"/>
    <dgm:cxn modelId="{11C6CE05-FC6C-4A91-82EC-4F35D5EC6A2C}" srcId="{EEB68B46-AE67-4906-918F-96103360445F}" destId="{A5422787-5065-4EEA-B572-F5DB91D747D9}" srcOrd="0" destOrd="0" parTransId="{F87EB5C4-BC36-4DAF-9831-8C33A6464957}" sibTransId="{F014FB83-C72B-4D64-975E-BAAF10FE930D}"/>
    <dgm:cxn modelId="{54A63D0D-A071-4A3F-9EA5-8DDB26EC08CB}" srcId="{A5422787-5065-4EEA-B572-F5DB91D747D9}" destId="{70D3B237-80AE-4BF2-826B-074645A14CD9}" srcOrd="0" destOrd="0" parTransId="{19F0B04C-80A3-4F70-8781-87CB9B69FB0B}" sibTransId="{1D7A5777-3B89-4A66-A58F-8ED4CC20C860}"/>
    <dgm:cxn modelId="{42AF4714-89DA-4088-9439-449B5162C635}" srcId="{678C740F-FE87-419F-B415-F2CA8C350B08}" destId="{25588F6D-9C91-4758-A2AC-AC6A7D19D3A7}" srcOrd="0" destOrd="0" parTransId="{8DF6252E-CC13-4B7B-BF1E-F7F9C7A4558F}" sibTransId="{1136F292-928E-4453-9A16-EB37DA35D927}"/>
    <dgm:cxn modelId="{57BE271B-0CF2-4A80-A882-D6301E50B199}" srcId="{61D42256-92FE-4A2B-8309-EECB65AC15B8}" destId="{7B14849A-1546-4677-98A8-E4484DF51894}" srcOrd="2" destOrd="0" parTransId="{BFA8DA1C-82F0-4069-AC5A-4873DA08ED1B}" sibTransId="{6AA44A96-6EA2-4960-85D3-213E7729B1C4}"/>
    <dgm:cxn modelId="{DA1B3B20-42CF-4E1D-91D1-3EDBA9328960}" type="presOf" srcId="{F84119E7-DBA3-4A0A-859C-CDD007A0A7D0}" destId="{B25EB93A-DAEC-42B1-A798-3A74C1F3A892}" srcOrd="0" destOrd="0" presId="urn:microsoft.com/office/officeart/2009/layout/CirclePictureHierarchy"/>
    <dgm:cxn modelId="{B592EB21-3ABD-4F10-8483-D801A2C4345E}" srcId="{8A063DCB-11F3-4A88-B53B-C6D076E5A5FF}" destId="{F84119E7-DBA3-4A0A-859C-CDD007A0A7D0}" srcOrd="0" destOrd="0" parTransId="{5EB1826F-889F-407E-87EB-81AB1ACD7C94}" sibTransId="{4E66EAD0-E0A6-43B6-8B8A-6B6CAE364F1B}"/>
    <dgm:cxn modelId="{1E28C031-ABEE-4FFF-92ED-21D81D742810}" type="presOf" srcId="{EEB68B46-AE67-4906-918F-96103360445F}" destId="{B7216BBA-65F9-4A2A-8582-9E27580E61D9}" srcOrd="0" destOrd="0" presId="urn:microsoft.com/office/officeart/2009/layout/CirclePictureHierarchy"/>
    <dgm:cxn modelId="{5A952335-7D2C-43CF-B4E7-2A399AF9A573}" type="presOf" srcId="{8DF6252E-CC13-4B7B-BF1E-F7F9C7A4558F}" destId="{960112E5-38BF-4555-A70C-BBF0869B6DA5}" srcOrd="0" destOrd="0" presId="urn:microsoft.com/office/officeart/2009/layout/CirclePictureHierarchy"/>
    <dgm:cxn modelId="{F02E095B-7246-4A06-B349-CC4F03BDF924}" type="presOf" srcId="{19F0B04C-80A3-4F70-8781-87CB9B69FB0B}" destId="{664A6AD8-FE27-4BC4-8F3C-E82127A6525B}" srcOrd="0" destOrd="0" presId="urn:microsoft.com/office/officeart/2009/layout/CirclePictureHierarchy"/>
    <dgm:cxn modelId="{B23D125B-E1C2-4A9C-8D6F-69B47D3D6E96}" type="presOf" srcId="{2D290A3E-0708-42EA-AC12-561E60A53500}" destId="{1E05EFA7-BCD8-4508-AB47-6289F6F967FE}" srcOrd="0" destOrd="0" presId="urn:microsoft.com/office/officeart/2009/layout/CirclePictureHierarchy"/>
    <dgm:cxn modelId="{3D4DE261-EDC7-4ED3-8DF7-776248687461}" type="presOf" srcId="{678C740F-FE87-419F-B415-F2CA8C350B08}" destId="{64CCF63D-3BC3-4876-84B3-F7468938945B}" srcOrd="0" destOrd="0" presId="urn:microsoft.com/office/officeart/2009/layout/CirclePictureHierarchy"/>
    <dgm:cxn modelId="{232CD862-EAB1-48BE-8EE4-B7F2C1BBC3F0}" type="presOf" srcId="{25588F6D-9C91-4758-A2AC-AC6A7D19D3A7}" destId="{F110EC74-F6D6-44E1-B166-7CAF290759C0}" srcOrd="0" destOrd="0" presId="urn:microsoft.com/office/officeart/2009/layout/CirclePictureHierarchy"/>
    <dgm:cxn modelId="{3F784045-81DA-467B-AE94-7FDC945C1452}" srcId="{7B14849A-1546-4677-98A8-E4484DF51894}" destId="{FDD63724-165E-4914-BDDD-00198758B5E9}" srcOrd="0" destOrd="0" parTransId="{CD0E53AD-3FC0-40A2-BE6B-A2B4D9E3A159}" sibTransId="{4B4317A3-FD6C-44D5-9B99-EFA3949BF910}"/>
    <dgm:cxn modelId="{F2CA6148-E8FB-4059-A9A0-BA99083C083C}" srcId="{FDD63724-165E-4914-BDDD-00198758B5E9}" destId="{E4F8634B-5D1F-44DD-9C89-F81759935EEF}" srcOrd="0" destOrd="0" parTransId="{54EE81D7-684B-489A-8E78-61E5E753AC9E}" sibTransId="{E20F328C-45E5-4733-9E44-EE255AE58946}"/>
    <dgm:cxn modelId="{0E093E6A-FAE9-4FDB-A9DE-46EA84E5BE13}" type="presOf" srcId="{8A063DCB-11F3-4A88-B53B-C6D076E5A5FF}" destId="{85153D4C-47C9-4655-9A6A-E1F924A2B7F9}" srcOrd="0" destOrd="0" presId="urn:microsoft.com/office/officeart/2009/layout/CirclePictureHierarchy"/>
    <dgm:cxn modelId="{BD162553-2137-43BD-B9F7-7AF5333B8C6E}" srcId="{2D290A3E-0708-42EA-AC12-561E60A53500}" destId="{678C740F-FE87-419F-B415-F2CA8C350B08}" srcOrd="0" destOrd="0" parTransId="{CB639065-EA8D-46AF-A682-125A448A14EA}" sibTransId="{A477A2C5-274B-4AB3-8D76-83986131E773}"/>
    <dgm:cxn modelId="{5AF7D758-568D-4A02-B360-E9BEE70D2A71}" srcId="{DB6ACF4F-7E8B-4D6A-8B12-2CC1CC5E7C6A}" destId="{F31AFA95-DAB3-4FBC-B62D-D8890A5E93FD}" srcOrd="0" destOrd="0" parTransId="{3C2C6F8E-A61B-469B-8E9B-D1BBD5DD4486}" sibTransId="{9AD35DD0-BD7A-4070-AB7B-6B87B62FE842}"/>
    <dgm:cxn modelId="{86480059-58D8-4800-823D-4828C4954931}" srcId="{61D42256-92FE-4A2B-8309-EECB65AC15B8}" destId="{EEB68B46-AE67-4906-918F-96103360445F}" srcOrd="3" destOrd="0" parTransId="{C65F86FE-F3A0-4E43-8BD6-885F9DCC9D5C}" sibTransId="{FE0F456B-968E-4FC1-8CAB-EA6921379ADD}"/>
    <dgm:cxn modelId="{CA082F7A-4595-40CB-AB27-EF0DBC613940}" type="presOf" srcId="{CB639065-EA8D-46AF-A682-125A448A14EA}" destId="{19E467E9-9141-41A5-90B8-31DDE88A50C7}" srcOrd="0" destOrd="0" presId="urn:microsoft.com/office/officeart/2009/layout/CirclePictureHierarchy"/>
    <dgm:cxn modelId="{0485FD5A-291A-4B97-B967-EE79DE080F2D}" type="presOf" srcId="{5EB1826F-889F-407E-87EB-81AB1ACD7C94}" destId="{DDD2AEB8-AAEF-42BB-A3B7-92AB4F3F36B4}" srcOrd="0" destOrd="0" presId="urn:microsoft.com/office/officeart/2009/layout/CirclePictureHierarchy"/>
    <dgm:cxn modelId="{265D187C-E412-41F2-8512-2F02D580405E}" type="presOf" srcId="{F87EB5C4-BC36-4DAF-9831-8C33A6464957}" destId="{5088F49F-64C2-4C31-879C-054FE98D61FF}" srcOrd="0" destOrd="0" presId="urn:microsoft.com/office/officeart/2009/layout/CirclePictureHierarchy"/>
    <dgm:cxn modelId="{7040C983-78E9-4FC7-B4FD-B7971ECDE81E}" srcId="{F84119E7-DBA3-4A0A-859C-CDD007A0A7D0}" destId="{DB6ACF4F-7E8B-4D6A-8B12-2CC1CC5E7C6A}" srcOrd="0" destOrd="0" parTransId="{C6F5B8A7-7405-44AE-B6A2-FC68029FE639}" sibTransId="{650A6374-EDE1-4608-BA37-3F49A4E994C8}"/>
    <dgm:cxn modelId="{B4A81D96-8233-4B40-AAAB-41ECACC8D26C}" type="presOf" srcId="{7659AB57-89D2-448F-B6C5-123C8B36A817}" destId="{88B9AAF9-6F52-4A03-B165-11CC1C0EF2D6}" srcOrd="0" destOrd="0" presId="urn:microsoft.com/office/officeart/2009/layout/CirclePictureHierarchy"/>
    <dgm:cxn modelId="{AD3531AD-300A-4E84-B24F-7A5F6E23887D}" srcId="{61D42256-92FE-4A2B-8309-EECB65AC15B8}" destId="{8A063DCB-11F3-4A88-B53B-C6D076E5A5FF}" srcOrd="1" destOrd="0" parTransId="{BB749558-332E-4A85-96FB-5AB4EE087125}" sibTransId="{0CFB8566-784F-483E-A764-400A963F9186}"/>
    <dgm:cxn modelId="{CD6ED1AD-5F17-4D3A-8183-CCFC5B7DC3ED}" type="presOf" srcId="{FDD63724-165E-4914-BDDD-00198758B5E9}" destId="{907B2D93-3AB9-4136-AA52-C166188C6209}" srcOrd="0" destOrd="0" presId="urn:microsoft.com/office/officeart/2009/layout/CirclePictureHierarchy"/>
    <dgm:cxn modelId="{3CB51FB4-560E-46A6-9E11-0A8236F1936F}" type="presOf" srcId="{55968E52-D2C3-4551-9B61-D83073FAE6D4}" destId="{E81EFE0E-B688-405A-A3D7-5B768AA1CEF2}" srcOrd="0" destOrd="0" presId="urn:microsoft.com/office/officeart/2009/layout/CirclePictureHierarchy"/>
    <dgm:cxn modelId="{E465DDB4-9009-4922-A787-2E701D351209}" type="presOf" srcId="{3C2C6F8E-A61B-469B-8E9B-D1BBD5DD4486}" destId="{A78CB080-903E-4C7A-8543-389F3333D5D8}" srcOrd="0" destOrd="0" presId="urn:microsoft.com/office/officeart/2009/layout/CirclePictureHierarchy"/>
    <dgm:cxn modelId="{25A93BB8-C813-43B0-BA6E-8E1DF5337E35}" type="presOf" srcId="{C492368A-E7D8-40C2-AFBE-7547AF1F21AB}" destId="{6D2B66F1-D5D2-4EA4-AF78-E5E0145BADD0}" srcOrd="0" destOrd="0" presId="urn:microsoft.com/office/officeart/2009/layout/CirclePictureHierarchy"/>
    <dgm:cxn modelId="{EDFBE8B8-51F2-4040-9EE5-2C11A7AC3393}" srcId="{E4F8634B-5D1F-44DD-9C89-F81759935EEF}" destId="{C693D1F4-88A7-4E86-8F0C-BD46D425B942}" srcOrd="0" destOrd="0" parTransId="{55968E52-D2C3-4551-9B61-D83073FAE6D4}" sibTransId="{FB097D49-EF6D-4190-96B6-3273C49AA3CC}"/>
    <dgm:cxn modelId="{27485FBE-53C9-452A-ADEF-70E86A55EA43}" type="presOf" srcId="{61D42256-92FE-4A2B-8309-EECB65AC15B8}" destId="{38881F41-43BF-4772-B065-36B032FF3A08}" srcOrd="0" destOrd="0" presId="urn:microsoft.com/office/officeart/2009/layout/CirclePictureHierarchy"/>
    <dgm:cxn modelId="{4B8B39C2-9842-4219-85BB-F1DAC4F42CCA}" type="presOf" srcId="{C693D1F4-88A7-4E86-8F0C-BD46D425B942}" destId="{50326C30-79A1-4C8A-B05C-C8BD33AFD2A6}" srcOrd="0" destOrd="0" presId="urn:microsoft.com/office/officeart/2009/layout/CirclePictureHierarchy"/>
    <dgm:cxn modelId="{823F8FC9-9560-49B5-991A-0F2A1593D4C0}" type="presOf" srcId="{F31AFA95-DAB3-4FBC-B62D-D8890A5E93FD}" destId="{90E1EFBC-8325-44CE-9CD6-96B32F321BED}" srcOrd="0" destOrd="0" presId="urn:microsoft.com/office/officeart/2009/layout/CirclePictureHierarchy"/>
    <dgm:cxn modelId="{3CD5ABCB-39A1-4BE9-882F-BB18CC3904E5}" type="presOf" srcId="{A5422787-5065-4EEA-B572-F5DB91D747D9}" destId="{A0570322-C67E-4651-8F64-6FAF5B806060}" srcOrd="0" destOrd="0" presId="urn:microsoft.com/office/officeart/2009/layout/CirclePictureHierarchy"/>
    <dgm:cxn modelId="{97CAA4D3-3198-4CF2-9905-5AE0A6A557B5}" srcId="{25588F6D-9C91-4758-A2AC-AC6A7D19D3A7}" destId="{7659AB57-89D2-448F-B6C5-123C8B36A817}" srcOrd="0" destOrd="0" parTransId="{C492368A-E7D8-40C2-AFBE-7547AF1F21AB}" sibTransId="{90927CD7-2062-42A1-B6A0-65D8CA880BC0}"/>
    <dgm:cxn modelId="{DB9BC3D4-B3E8-401E-BB4A-A8872AD3C42A}" srcId="{61D42256-92FE-4A2B-8309-EECB65AC15B8}" destId="{2D290A3E-0708-42EA-AC12-561E60A53500}" srcOrd="0" destOrd="0" parTransId="{8540AA03-754C-48BA-8E60-921280791C71}" sibTransId="{D95F9CE6-F2EA-41E6-B566-4EF1892913E9}"/>
    <dgm:cxn modelId="{8E8BCEDD-0197-48B6-8D34-FC42B96A252C}" type="presOf" srcId="{7B14849A-1546-4677-98A8-E4484DF51894}" destId="{1A5EA566-01D9-4E78-8EF1-8FF323F06D96}" srcOrd="0" destOrd="0" presId="urn:microsoft.com/office/officeart/2009/layout/CirclePictureHierarchy"/>
    <dgm:cxn modelId="{A7C755E6-1C94-475E-B010-485C3CACE1E3}" type="presOf" srcId="{CD0E53AD-3FC0-40A2-BE6B-A2B4D9E3A159}" destId="{B6057B34-AF4D-495C-B3B1-CE28330FC4BD}" srcOrd="0" destOrd="0" presId="urn:microsoft.com/office/officeart/2009/layout/CirclePictureHierarchy"/>
    <dgm:cxn modelId="{356DF1F7-F761-4EDB-86F2-5A765D198345}" type="presOf" srcId="{70D3B237-80AE-4BF2-826B-074645A14CD9}" destId="{F3C098CF-18F1-4592-8960-4179D8AB91EF}" srcOrd="0" destOrd="0" presId="urn:microsoft.com/office/officeart/2009/layout/CirclePictureHierarchy"/>
    <dgm:cxn modelId="{13A782F8-8779-42F1-8D34-1A492C8B6E38}" type="presOf" srcId="{E4F8634B-5D1F-44DD-9C89-F81759935EEF}" destId="{E6305ECC-86B3-41ED-867D-002B27A7D08A}" srcOrd="0" destOrd="0" presId="urn:microsoft.com/office/officeart/2009/layout/CirclePictureHierarchy"/>
    <dgm:cxn modelId="{CE95D7FE-C41C-430A-AA7D-551E647ACC64}" type="presOf" srcId="{DB6ACF4F-7E8B-4D6A-8B12-2CC1CC5E7C6A}" destId="{E84647BC-2FE6-40D5-977E-3AF932A39CB9}" srcOrd="0" destOrd="0" presId="urn:microsoft.com/office/officeart/2009/layout/CirclePictureHierarchy"/>
    <dgm:cxn modelId="{2DB63D63-7794-424E-BD04-B82FBE8D3C85}" type="presParOf" srcId="{38881F41-43BF-4772-B065-36B032FF3A08}" destId="{B6A7FEB4-B487-4B45-8D22-BB19F40BA991}" srcOrd="0" destOrd="0" presId="urn:microsoft.com/office/officeart/2009/layout/CirclePictureHierarchy"/>
    <dgm:cxn modelId="{FAF51979-1F59-460C-B151-10B75D4BC0DD}" type="presParOf" srcId="{B6A7FEB4-B487-4B45-8D22-BB19F40BA991}" destId="{CB0A8785-AB8E-413A-9BE1-A4E1FFD9FCE9}" srcOrd="0" destOrd="0" presId="urn:microsoft.com/office/officeart/2009/layout/CirclePictureHierarchy"/>
    <dgm:cxn modelId="{9267BAD6-305D-43AE-B003-8516ADA1BA7D}" type="presParOf" srcId="{CB0A8785-AB8E-413A-9BE1-A4E1FFD9FCE9}" destId="{2D5561A6-3003-414D-9CB0-CF368EE87E0B}" srcOrd="0" destOrd="0" presId="urn:microsoft.com/office/officeart/2009/layout/CirclePictureHierarchy"/>
    <dgm:cxn modelId="{61448122-EAB3-4D35-97A2-71BCCDABE9C8}" type="presParOf" srcId="{CB0A8785-AB8E-413A-9BE1-A4E1FFD9FCE9}" destId="{1E05EFA7-BCD8-4508-AB47-6289F6F967FE}" srcOrd="1" destOrd="0" presId="urn:microsoft.com/office/officeart/2009/layout/CirclePictureHierarchy"/>
    <dgm:cxn modelId="{7BA527DF-391E-4F69-AE58-24051E8FBD95}" type="presParOf" srcId="{B6A7FEB4-B487-4B45-8D22-BB19F40BA991}" destId="{0FD7663B-3E0E-42DA-8FC5-226F5168534A}" srcOrd="1" destOrd="0" presId="urn:microsoft.com/office/officeart/2009/layout/CirclePictureHierarchy"/>
    <dgm:cxn modelId="{ADD3B794-B1EC-4C23-A9C4-A1EEB79477A2}" type="presParOf" srcId="{0FD7663B-3E0E-42DA-8FC5-226F5168534A}" destId="{19E467E9-9141-41A5-90B8-31DDE88A50C7}" srcOrd="0" destOrd="0" presId="urn:microsoft.com/office/officeart/2009/layout/CirclePictureHierarchy"/>
    <dgm:cxn modelId="{8CE11C0B-3A78-43C1-87D7-9973665E63D2}" type="presParOf" srcId="{0FD7663B-3E0E-42DA-8FC5-226F5168534A}" destId="{F865C381-C70C-40FD-BDFE-CC5660DDEEF9}" srcOrd="1" destOrd="0" presId="urn:microsoft.com/office/officeart/2009/layout/CirclePictureHierarchy"/>
    <dgm:cxn modelId="{5DD265E4-1006-4A45-AC77-7AB118DBE163}" type="presParOf" srcId="{F865C381-C70C-40FD-BDFE-CC5660DDEEF9}" destId="{1AE6DFC4-DC7E-4721-A6C4-DC104F8B86F7}" srcOrd="0" destOrd="0" presId="urn:microsoft.com/office/officeart/2009/layout/CirclePictureHierarchy"/>
    <dgm:cxn modelId="{834FA4D5-1EA5-4310-9356-459D1913E932}" type="presParOf" srcId="{1AE6DFC4-DC7E-4721-A6C4-DC104F8B86F7}" destId="{A22D1742-CEF5-4380-954B-0F319BD3F447}" srcOrd="0" destOrd="0" presId="urn:microsoft.com/office/officeart/2009/layout/CirclePictureHierarchy"/>
    <dgm:cxn modelId="{B650BFF9-AECE-4FAD-A7ED-B78F36E9AEA3}" type="presParOf" srcId="{1AE6DFC4-DC7E-4721-A6C4-DC104F8B86F7}" destId="{64CCF63D-3BC3-4876-84B3-F7468938945B}" srcOrd="1" destOrd="0" presId="urn:microsoft.com/office/officeart/2009/layout/CirclePictureHierarchy"/>
    <dgm:cxn modelId="{C0B6DFAB-67CE-4AE6-8599-4A427D72F2E9}" type="presParOf" srcId="{F865C381-C70C-40FD-BDFE-CC5660DDEEF9}" destId="{846506CD-5DF7-496E-81B0-04B658B1E553}" srcOrd="1" destOrd="0" presId="urn:microsoft.com/office/officeart/2009/layout/CirclePictureHierarchy"/>
    <dgm:cxn modelId="{E1B5BA89-3C51-4774-AD72-F5BDDA016F65}" type="presParOf" srcId="{846506CD-5DF7-496E-81B0-04B658B1E553}" destId="{960112E5-38BF-4555-A70C-BBF0869B6DA5}" srcOrd="0" destOrd="0" presId="urn:microsoft.com/office/officeart/2009/layout/CirclePictureHierarchy"/>
    <dgm:cxn modelId="{17E8F172-A6A3-4865-8B81-2BC5B077878A}" type="presParOf" srcId="{846506CD-5DF7-496E-81B0-04B658B1E553}" destId="{DE1E9740-21D7-4041-BC21-51749B432F93}" srcOrd="1" destOrd="0" presId="urn:microsoft.com/office/officeart/2009/layout/CirclePictureHierarchy"/>
    <dgm:cxn modelId="{512035FC-FAA4-4A05-A24B-5C5F04BE6968}" type="presParOf" srcId="{DE1E9740-21D7-4041-BC21-51749B432F93}" destId="{A9E1E626-B23A-40EE-8591-E91C26AD1B31}" srcOrd="0" destOrd="0" presId="urn:microsoft.com/office/officeart/2009/layout/CirclePictureHierarchy"/>
    <dgm:cxn modelId="{5651B977-901B-4DED-A5A3-6C986C0F9C95}" type="presParOf" srcId="{A9E1E626-B23A-40EE-8591-E91C26AD1B31}" destId="{7948AB32-2768-460D-8FFD-9C2001C0EF86}" srcOrd="0" destOrd="0" presId="urn:microsoft.com/office/officeart/2009/layout/CirclePictureHierarchy"/>
    <dgm:cxn modelId="{A44C6246-2608-47B1-9727-C6D6C5369D57}" type="presParOf" srcId="{A9E1E626-B23A-40EE-8591-E91C26AD1B31}" destId="{F110EC74-F6D6-44E1-B166-7CAF290759C0}" srcOrd="1" destOrd="0" presId="urn:microsoft.com/office/officeart/2009/layout/CirclePictureHierarchy"/>
    <dgm:cxn modelId="{F0CE676C-253A-4FED-9E60-F7205B231892}" type="presParOf" srcId="{DE1E9740-21D7-4041-BC21-51749B432F93}" destId="{BD15827D-01FC-442C-885C-F05935C02970}" srcOrd="1" destOrd="0" presId="urn:microsoft.com/office/officeart/2009/layout/CirclePictureHierarchy"/>
    <dgm:cxn modelId="{DBBA2770-AE3F-49A8-B999-D8E3A95B8D9F}" type="presParOf" srcId="{BD15827D-01FC-442C-885C-F05935C02970}" destId="{6D2B66F1-D5D2-4EA4-AF78-E5E0145BADD0}" srcOrd="0" destOrd="0" presId="urn:microsoft.com/office/officeart/2009/layout/CirclePictureHierarchy"/>
    <dgm:cxn modelId="{840FDCD1-3A8D-4053-AC44-2E35F9848AED}" type="presParOf" srcId="{BD15827D-01FC-442C-885C-F05935C02970}" destId="{FC971637-932A-449E-9EB3-DC928AC8F339}" srcOrd="1" destOrd="0" presId="urn:microsoft.com/office/officeart/2009/layout/CirclePictureHierarchy"/>
    <dgm:cxn modelId="{C2FE21AD-512B-4ED0-BE1D-C19BAA18FE31}" type="presParOf" srcId="{FC971637-932A-449E-9EB3-DC928AC8F339}" destId="{B7B24206-D4F9-4E2F-ADCA-C55CB12EC196}" srcOrd="0" destOrd="0" presId="urn:microsoft.com/office/officeart/2009/layout/CirclePictureHierarchy"/>
    <dgm:cxn modelId="{0E182519-7784-4DAE-873B-837B96BE405B}" type="presParOf" srcId="{B7B24206-D4F9-4E2F-ADCA-C55CB12EC196}" destId="{20C88714-F21A-4301-86CC-7DD8C9ECBA73}" srcOrd="0" destOrd="0" presId="urn:microsoft.com/office/officeart/2009/layout/CirclePictureHierarchy"/>
    <dgm:cxn modelId="{FF50445E-966A-4E1A-8671-8094D86640E4}" type="presParOf" srcId="{B7B24206-D4F9-4E2F-ADCA-C55CB12EC196}" destId="{88B9AAF9-6F52-4A03-B165-11CC1C0EF2D6}" srcOrd="1" destOrd="0" presId="urn:microsoft.com/office/officeart/2009/layout/CirclePictureHierarchy"/>
    <dgm:cxn modelId="{0C011B04-1331-4706-8978-B7FE32EE3B03}" type="presParOf" srcId="{FC971637-932A-449E-9EB3-DC928AC8F339}" destId="{1B35318A-F6CA-4585-989C-CF56F744AFD4}" srcOrd="1" destOrd="0" presId="urn:microsoft.com/office/officeart/2009/layout/CirclePictureHierarchy"/>
    <dgm:cxn modelId="{E97FA594-8CB9-4FC2-B3B3-5998CFFECBF2}" type="presParOf" srcId="{38881F41-43BF-4772-B065-36B032FF3A08}" destId="{243C83DE-1BD6-41CA-9387-A79FF1FF9478}" srcOrd="1" destOrd="0" presId="urn:microsoft.com/office/officeart/2009/layout/CirclePictureHierarchy"/>
    <dgm:cxn modelId="{01D7B51F-10B3-4D72-AA87-5FBCA70F93A5}" type="presParOf" srcId="{243C83DE-1BD6-41CA-9387-A79FF1FF9478}" destId="{A542BBB8-4975-442F-85E1-E70037AB792B}" srcOrd="0" destOrd="0" presId="urn:microsoft.com/office/officeart/2009/layout/CirclePictureHierarchy"/>
    <dgm:cxn modelId="{86B0126D-8678-403D-8FA2-F1FD9E8672F7}" type="presParOf" srcId="{A542BBB8-4975-442F-85E1-E70037AB792B}" destId="{52EF77FB-2AFF-473C-B3A6-E04E9356DCEC}" srcOrd="0" destOrd="0" presId="urn:microsoft.com/office/officeart/2009/layout/CirclePictureHierarchy"/>
    <dgm:cxn modelId="{F116BB55-24E9-4E54-AACF-5EE06B3798B7}" type="presParOf" srcId="{A542BBB8-4975-442F-85E1-E70037AB792B}" destId="{85153D4C-47C9-4655-9A6A-E1F924A2B7F9}" srcOrd="1" destOrd="0" presId="urn:microsoft.com/office/officeart/2009/layout/CirclePictureHierarchy"/>
    <dgm:cxn modelId="{3E7DFB05-6811-4425-AA88-B50F1AE30DC4}" type="presParOf" srcId="{243C83DE-1BD6-41CA-9387-A79FF1FF9478}" destId="{A5D6873F-7E2A-46D5-931C-31D3314BD629}" srcOrd="1" destOrd="0" presId="urn:microsoft.com/office/officeart/2009/layout/CirclePictureHierarchy"/>
    <dgm:cxn modelId="{29C2FAE3-00DB-4345-B0A8-FAE6004EAA45}" type="presParOf" srcId="{A5D6873F-7E2A-46D5-931C-31D3314BD629}" destId="{DDD2AEB8-AAEF-42BB-A3B7-92AB4F3F36B4}" srcOrd="0" destOrd="0" presId="urn:microsoft.com/office/officeart/2009/layout/CirclePictureHierarchy"/>
    <dgm:cxn modelId="{BAA75349-80E6-4FE2-9FBB-CF3C09E04963}" type="presParOf" srcId="{A5D6873F-7E2A-46D5-931C-31D3314BD629}" destId="{69BD5674-17E3-4994-A7D0-621897280CE5}" srcOrd="1" destOrd="0" presId="urn:microsoft.com/office/officeart/2009/layout/CirclePictureHierarchy"/>
    <dgm:cxn modelId="{3C946F83-E77A-4087-84EE-28D83ED52ADD}" type="presParOf" srcId="{69BD5674-17E3-4994-A7D0-621897280CE5}" destId="{B0827AD0-D1D4-4AE3-812F-A4EC0CE0362B}" srcOrd="0" destOrd="0" presId="urn:microsoft.com/office/officeart/2009/layout/CirclePictureHierarchy"/>
    <dgm:cxn modelId="{65EF76B1-E46B-44B5-A3B8-276ADC29406D}" type="presParOf" srcId="{B0827AD0-D1D4-4AE3-812F-A4EC0CE0362B}" destId="{59E329C4-94F8-419B-BC47-B99614AC1758}" srcOrd="0" destOrd="0" presId="urn:microsoft.com/office/officeart/2009/layout/CirclePictureHierarchy"/>
    <dgm:cxn modelId="{28FB4FE6-1B09-4B2B-A381-B20258D199A8}" type="presParOf" srcId="{B0827AD0-D1D4-4AE3-812F-A4EC0CE0362B}" destId="{B25EB93A-DAEC-42B1-A798-3A74C1F3A892}" srcOrd="1" destOrd="0" presId="urn:microsoft.com/office/officeart/2009/layout/CirclePictureHierarchy"/>
    <dgm:cxn modelId="{751517F5-E4CA-4C12-B51E-0EEA71657378}" type="presParOf" srcId="{69BD5674-17E3-4994-A7D0-621897280CE5}" destId="{A4D4A60D-5FBD-41FE-82AD-3EDE63729D79}" srcOrd="1" destOrd="0" presId="urn:microsoft.com/office/officeart/2009/layout/CirclePictureHierarchy"/>
    <dgm:cxn modelId="{E9465EDD-33D0-459E-987D-E2EC54218462}" type="presParOf" srcId="{A4D4A60D-5FBD-41FE-82AD-3EDE63729D79}" destId="{E0A29182-9B9B-4B08-9643-AE9518C2F568}" srcOrd="0" destOrd="0" presId="urn:microsoft.com/office/officeart/2009/layout/CirclePictureHierarchy"/>
    <dgm:cxn modelId="{11C1B8B9-B80C-4DE0-9CDC-218D505123DA}" type="presParOf" srcId="{A4D4A60D-5FBD-41FE-82AD-3EDE63729D79}" destId="{303BCF75-8E3E-44F5-B046-BC543A69EC66}" srcOrd="1" destOrd="0" presId="urn:microsoft.com/office/officeart/2009/layout/CirclePictureHierarchy"/>
    <dgm:cxn modelId="{26BD0F84-FBD7-4541-A933-95165D844C38}" type="presParOf" srcId="{303BCF75-8E3E-44F5-B046-BC543A69EC66}" destId="{F0ED9B75-1C59-42DF-9EC0-2E037743D41E}" srcOrd="0" destOrd="0" presId="urn:microsoft.com/office/officeart/2009/layout/CirclePictureHierarchy"/>
    <dgm:cxn modelId="{ADCF90EB-42AA-40C7-8D63-16A996EC3FE9}" type="presParOf" srcId="{F0ED9B75-1C59-42DF-9EC0-2E037743D41E}" destId="{75E7DEA4-93A1-4C15-AB24-D510CA6AD042}" srcOrd="0" destOrd="0" presId="urn:microsoft.com/office/officeart/2009/layout/CirclePictureHierarchy"/>
    <dgm:cxn modelId="{A4E028B0-E3F8-4C1B-AF85-675D3B19DB62}" type="presParOf" srcId="{F0ED9B75-1C59-42DF-9EC0-2E037743D41E}" destId="{E84647BC-2FE6-40D5-977E-3AF932A39CB9}" srcOrd="1" destOrd="0" presId="urn:microsoft.com/office/officeart/2009/layout/CirclePictureHierarchy"/>
    <dgm:cxn modelId="{6A9E7135-EFD8-4101-98AA-87045047F5D2}" type="presParOf" srcId="{303BCF75-8E3E-44F5-B046-BC543A69EC66}" destId="{9A7CE1B2-1740-4793-833A-A4CB9924C201}" srcOrd="1" destOrd="0" presId="urn:microsoft.com/office/officeart/2009/layout/CirclePictureHierarchy"/>
    <dgm:cxn modelId="{C619820E-9AC7-48AB-8253-37E5EF08C7EA}" type="presParOf" srcId="{9A7CE1B2-1740-4793-833A-A4CB9924C201}" destId="{A78CB080-903E-4C7A-8543-389F3333D5D8}" srcOrd="0" destOrd="0" presId="urn:microsoft.com/office/officeart/2009/layout/CirclePictureHierarchy"/>
    <dgm:cxn modelId="{FDCB16AE-4A05-4D06-B16E-B4D8D3FC51C4}" type="presParOf" srcId="{9A7CE1B2-1740-4793-833A-A4CB9924C201}" destId="{CFED2C9E-7702-427A-A12D-481A900E9AFD}" srcOrd="1" destOrd="0" presId="urn:microsoft.com/office/officeart/2009/layout/CirclePictureHierarchy"/>
    <dgm:cxn modelId="{4EB4B382-04F7-4753-B604-05DB99DCAED1}" type="presParOf" srcId="{CFED2C9E-7702-427A-A12D-481A900E9AFD}" destId="{7774F635-D578-4A5A-A7EC-8DFDE3F54F17}" srcOrd="0" destOrd="0" presId="urn:microsoft.com/office/officeart/2009/layout/CirclePictureHierarchy"/>
    <dgm:cxn modelId="{D4A6CA29-965B-407C-8090-F2D7325BF576}" type="presParOf" srcId="{7774F635-D578-4A5A-A7EC-8DFDE3F54F17}" destId="{D5BF3127-BB62-4E57-AC21-99516E2769D2}" srcOrd="0" destOrd="0" presId="urn:microsoft.com/office/officeart/2009/layout/CirclePictureHierarchy"/>
    <dgm:cxn modelId="{8987C614-614B-4774-B91E-55519549FBDA}" type="presParOf" srcId="{7774F635-D578-4A5A-A7EC-8DFDE3F54F17}" destId="{90E1EFBC-8325-44CE-9CD6-96B32F321BED}" srcOrd="1" destOrd="0" presId="urn:microsoft.com/office/officeart/2009/layout/CirclePictureHierarchy"/>
    <dgm:cxn modelId="{B7B2583A-FEC7-4A5C-AA18-BDF841AAD24B}" type="presParOf" srcId="{CFED2C9E-7702-427A-A12D-481A900E9AFD}" destId="{A7B964A9-3EF6-48BB-806B-AB81AD882A7A}" srcOrd="1" destOrd="0" presId="urn:microsoft.com/office/officeart/2009/layout/CirclePictureHierarchy"/>
    <dgm:cxn modelId="{E1EB2AD5-F5A5-4CF4-8016-DC504FDE5E45}" type="presParOf" srcId="{38881F41-43BF-4772-B065-36B032FF3A08}" destId="{5DC19317-8400-4FD5-8509-FDD1E96CE9AF}" srcOrd="2" destOrd="0" presId="urn:microsoft.com/office/officeart/2009/layout/CirclePictureHierarchy"/>
    <dgm:cxn modelId="{40D76B13-6C26-4618-867B-DB08FE81BF64}" type="presParOf" srcId="{5DC19317-8400-4FD5-8509-FDD1E96CE9AF}" destId="{07AF6626-3970-43A2-A39F-AEBAEBB64E3C}" srcOrd="0" destOrd="0" presId="urn:microsoft.com/office/officeart/2009/layout/CirclePictureHierarchy"/>
    <dgm:cxn modelId="{11DBDEC3-7A8A-497F-8516-D16561E678B9}" type="presParOf" srcId="{07AF6626-3970-43A2-A39F-AEBAEBB64E3C}" destId="{F72BC338-E3CB-4D24-8403-3FA917A46769}" srcOrd="0" destOrd="0" presId="urn:microsoft.com/office/officeart/2009/layout/CirclePictureHierarchy"/>
    <dgm:cxn modelId="{954105EA-4EA7-4F99-BD82-90FF361F2A2A}" type="presParOf" srcId="{07AF6626-3970-43A2-A39F-AEBAEBB64E3C}" destId="{1A5EA566-01D9-4E78-8EF1-8FF323F06D96}" srcOrd="1" destOrd="0" presId="urn:microsoft.com/office/officeart/2009/layout/CirclePictureHierarchy"/>
    <dgm:cxn modelId="{44F2C0D9-E0E1-43FC-9EB7-1B609F625D54}" type="presParOf" srcId="{5DC19317-8400-4FD5-8509-FDD1E96CE9AF}" destId="{C6CBFD2B-DDA9-46AC-9BA8-0776894335ED}" srcOrd="1" destOrd="0" presId="urn:microsoft.com/office/officeart/2009/layout/CirclePictureHierarchy"/>
    <dgm:cxn modelId="{7C3A78CF-2B26-4783-A9C2-20F60D029F93}" type="presParOf" srcId="{C6CBFD2B-DDA9-46AC-9BA8-0776894335ED}" destId="{B6057B34-AF4D-495C-B3B1-CE28330FC4BD}" srcOrd="0" destOrd="0" presId="urn:microsoft.com/office/officeart/2009/layout/CirclePictureHierarchy"/>
    <dgm:cxn modelId="{83821544-A850-4D85-8773-D7EA3C225629}" type="presParOf" srcId="{C6CBFD2B-DDA9-46AC-9BA8-0776894335ED}" destId="{3EAFF9EF-B7F3-4B15-B111-14FC1EB7E5A8}" srcOrd="1" destOrd="0" presId="urn:microsoft.com/office/officeart/2009/layout/CirclePictureHierarchy"/>
    <dgm:cxn modelId="{135C37FB-60EA-467F-B40C-D6DC277D0694}" type="presParOf" srcId="{3EAFF9EF-B7F3-4B15-B111-14FC1EB7E5A8}" destId="{EE852AF0-FFD5-438A-85C0-7BAB6DC2E9E1}" srcOrd="0" destOrd="0" presId="urn:microsoft.com/office/officeart/2009/layout/CirclePictureHierarchy"/>
    <dgm:cxn modelId="{0492F3FF-5123-4C7F-BC2F-0A70C4FEBDC9}" type="presParOf" srcId="{EE852AF0-FFD5-438A-85C0-7BAB6DC2E9E1}" destId="{242BFE63-5070-4A68-BC9B-85514CB2A17A}" srcOrd="0" destOrd="0" presId="urn:microsoft.com/office/officeart/2009/layout/CirclePictureHierarchy"/>
    <dgm:cxn modelId="{2EC25442-28FB-430E-915E-EAC4818AC723}" type="presParOf" srcId="{EE852AF0-FFD5-438A-85C0-7BAB6DC2E9E1}" destId="{907B2D93-3AB9-4136-AA52-C166188C6209}" srcOrd="1" destOrd="0" presId="urn:microsoft.com/office/officeart/2009/layout/CirclePictureHierarchy"/>
    <dgm:cxn modelId="{1B42BAC2-A349-410F-9CB5-089DB241B408}" type="presParOf" srcId="{3EAFF9EF-B7F3-4B15-B111-14FC1EB7E5A8}" destId="{99EEDD76-B8E2-41F4-A62D-491863DE6FF3}" srcOrd="1" destOrd="0" presId="urn:microsoft.com/office/officeart/2009/layout/CirclePictureHierarchy"/>
    <dgm:cxn modelId="{52E83A42-CE40-4B68-8E5C-E3FDFEE71641}" type="presParOf" srcId="{99EEDD76-B8E2-41F4-A62D-491863DE6FF3}" destId="{709E18D8-A0BC-42D3-A788-0D66EC89EC1F}" srcOrd="0" destOrd="0" presId="urn:microsoft.com/office/officeart/2009/layout/CirclePictureHierarchy"/>
    <dgm:cxn modelId="{31A68D0C-E59C-4CD6-8B1C-9D62308F1050}" type="presParOf" srcId="{99EEDD76-B8E2-41F4-A62D-491863DE6FF3}" destId="{DCACABF3-4CD5-4235-8CA2-F3FDACDC5DAC}" srcOrd="1" destOrd="0" presId="urn:microsoft.com/office/officeart/2009/layout/CirclePictureHierarchy"/>
    <dgm:cxn modelId="{6DD6A0AD-29D0-40DC-A103-963C5028563E}" type="presParOf" srcId="{DCACABF3-4CD5-4235-8CA2-F3FDACDC5DAC}" destId="{5C211815-76E2-4284-8852-DFEE0E5CE92B}" srcOrd="0" destOrd="0" presId="urn:microsoft.com/office/officeart/2009/layout/CirclePictureHierarchy"/>
    <dgm:cxn modelId="{6C615CBE-3538-4F86-A56C-99C8E10D9EB6}" type="presParOf" srcId="{5C211815-76E2-4284-8852-DFEE0E5CE92B}" destId="{04E25CA5-335F-4DF6-9A54-74AE00A8B729}" srcOrd="0" destOrd="0" presId="urn:microsoft.com/office/officeart/2009/layout/CirclePictureHierarchy"/>
    <dgm:cxn modelId="{888D30C3-9291-40D3-928D-7B8D1EB6AA8C}" type="presParOf" srcId="{5C211815-76E2-4284-8852-DFEE0E5CE92B}" destId="{E6305ECC-86B3-41ED-867D-002B27A7D08A}" srcOrd="1" destOrd="0" presId="urn:microsoft.com/office/officeart/2009/layout/CirclePictureHierarchy"/>
    <dgm:cxn modelId="{34A92F62-ED81-4391-86F1-64D09E3C58DF}" type="presParOf" srcId="{DCACABF3-4CD5-4235-8CA2-F3FDACDC5DAC}" destId="{0B3F3CAD-2C41-4747-8509-0EE9EDC6D1E5}" srcOrd="1" destOrd="0" presId="urn:microsoft.com/office/officeart/2009/layout/CirclePictureHierarchy"/>
    <dgm:cxn modelId="{C7920D7B-C01B-42D3-822B-63EFF009E0B9}" type="presParOf" srcId="{0B3F3CAD-2C41-4747-8509-0EE9EDC6D1E5}" destId="{E81EFE0E-B688-405A-A3D7-5B768AA1CEF2}" srcOrd="0" destOrd="0" presId="urn:microsoft.com/office/officeart/2009/layout/CirclePictureHierarchy"/>
    <dgm:cxn modelId="{1B9E834C-1901-465C-B0DE-FC61B59C8E61}" type="presParOf" srcId="{0B3F3CAD-2C41-4747-8509-0EE9EDC6D1E5}" destId="{1C8A6BF7-A0DB-4AB8-9CF1-626650CF1044}" srcOrd="1" destOrd="0" presId="urn:microsoft.com/office/officeart/2009/layout/CirclePictureHierarchy"/>
    <dgm:cxn modelId="{1554F633-3E9A-46FB-A166-138C6FEE88DC}" type="presParOf" srcId="{1C8A6BF7-A0DB-4AB8-9CF1-626650CF1044}" destId="{EE9F4B0F-33D9-4DF1-B95E-5A832DDE953F}" srcOrd="0" destOrd="0" presId="urn:microsoft.com/office/officeart/2009/layout/CirclePictureHierarchy"/>
    <dgm:cxn modelId="{5AE862C3-29AC-48BF-93D4-50A962F72BDA}" type="presParOf" srcId="{EE9F4B0F-33D9-4DF1-B95E-5A832DDE953F}" destId="{7E6DB342-F96F-4A1D-AA61-9FDEEAE4D05B}" srcOrd="0" destOrd="0" presId="urn:microsoft.com/office/officeart/2009/layout/CirclePictureHierarchy"/>
    <dgm:cxn modelId="{7785297A-A0BE-4030-A301-BEA3CFE27F5B}" type="presParOf" srcId="{EE9F4B0F-33D9-4DF1-B95E-5A832DDE953F}" destId="{50326C30-79A1-4C8A-B05C-C8BD33AFD2A6}" srcOrd="1" destOrd="0" presId="urn:microsoft.com/office/officeart/2009/layout/CirclePictureHierarchy"/>
    <dgm:cxn modelId="{EE5F78EB-8ABA-4894-8ED7-11D0B42CE17C}" type="presParOf" srcId="{1C8A6BF7-A0DB-4AB8-9CF1-626650CF1044}" destId="{30AD8F09-0C36-4278-9471-6FD0D113217D}" srcOrd="1" destOrd="0" presId="urn:microsoft.com/office/officeart/2009/layout/CirclePictureHierarchy"/>
    <dgm:cxn modelId="{BBA241D8-D169-4420-8108-AF629FE1C8F2}" type="presParOf" srcId="{38881F41-43BF-4772-B065-36B032FF3A08}" destId="{537643E3-1811-4A32-A3A0-E36608F01C69}" srcOrd="3" destOrd="0" presId="urn:microsoft.com/office/officeart/2009/layout/CirclePictureHierarchy"/>
    <dgm:cxn modelId="{E1B03FF5-C5BB-4925-93C1-CD56B35628B9}" type="presParOf" srcId="{537643E3-1811-4A32-A3A0-E36608F01C69}" destId="{AAB203EC-5C57-4CCA-B543-FFD14DE76008}" srcOrd="0" destOrd="0" presId="urn:microsoft.com/office/officeart/2009/layout/CirclePictureHierarchy"/>
    <dgm:cxn modelId="{4AEA771E-6A3C-47AC-B62A-08C5811050C8}" type="presParOf" srcId="{AAB203EC-5C57-4CCA-B543-FFD14DE76008}" destId="{F8BAF5E4-24F3-43F4-A39A-D19F3BFC1957}" srcOrd="0" destOrd="0" presId="urn:microsoft.com/office/officeart/2009/layout/CirclePictureHierarchy"/>
    <dgm:cxn modelId="{E58976CA-4358-466F-90C2-0D182067B420}" type="presParOf" srcId="{AAB203EC-5C57-4CCA-B543-FFD14DE76008}" destId="{B7216BBA-65F9-4A2A-8582-9E27580E61D9}" srcOrd="1" destOrd="0" presId="urn:microsoft.com/office/officeart/2009/layout/CirclePictureHierarchy"/>
    <dgm:cxn modelId="{9BEC80D7-A5BF-4B9D-8169-620659F5F821}" type="presParOf" srcId="{537643E3-1811-4A32-A3A0-E36608F01C69}" destId="{06DFA037-3C33-4287-8FFE-F5B32543BFCC}" srcOrd="1" destOrd="0" presId="urn:microsoft.com/office/officeart/2009/layout/CirclePictureHierarchy"/>
    <dgm:cxn modelId="{C38A3569-E69D-40DA-9139-933BFB14BCD3}" type="presParOf" srcId="{06DFA037-3C33-4287-8FFE-F5B32543BFCC}" destId="{5088F49F-64C2-4C31-879C-054FE98D61FF}" srcOrd="0" destOrd="0" presId="urn:microsoft.com/office/officeart/2009/layout/CirclePictureHierarchy"/>
    <dgm:cxn modelId="{E5580356-A368-4CD3-A3B7-27E1C72E6391}" type="presParOf" srcId="{06DFA037-3C33-4287-8FFE-F5B32543BFCC}" destId="{A070CF0B-CD52-4AB0-AC23-7602A3226827}" srcOrd="1" destOrd="0" presId="urn:microsoft.com/office/officeart/2009/layout/CirclePictureHierarchy"/>
    <dgm:cxn modelId="{08992119-D394-4CFF-B528-CCDDF27AD6AD}" type="presParOf" srcId="{A070CF0B-CD52-4AB0-AC23-7602A3226827}" destId="{986D1E85-4B12-4722-A338-EFE8F8D13279}" srcOrd="0" destOrd="0" presId="urn:microsoft.com/office/officeart/2009/layout/CirclePictureHierarchy"/>
    <dgm:cxn modelId="{D8982C53-4135-4A4C-ADCF-6BF7C1EF2B28}" type="presParOf" srcId="{986D1E85-4B12-4722-A338-EFE8F8D13279}" destId="{41A8274D-CC2F-411F-8461-3F8B2916B7B3}" srcOrd="0" destOrd="0" presId="urn:microsoft.com/office/officeart/2009/layout/CirclePictureHierarchy"/>
    <dgm:cxn modelId="{28BA141F-9DBA-4C06-AA87-DA8656CFE46F}" type="presParOf" srcId="{986D1E85-4B12-4722-A338-EFE8F8D13279}" destId="{A0570322-C67E-4651-8F64-6FAF5B806060}" srcOrd="1" destOrd="0" presId="urn:microsoft.com/office/officeart/2009/layout/CirclePictureHierarchy"/>
    <dgm:cxn modelId="{FF3FC723-F49A-4B65-9F12-E093FB81A8AA}" type="presParOf" srcId="{A070CF0B-CD52-4AB0-AC23-7602A3226827}" destId="{65544E20-4E2C-4A72-B9B7-0BC36EAE73D9}" srcOrd="1" destOrd="0" presId="urn:microsoft.com/office/officeart/2009/layout/CirclePictureHierarchy"/>
    <dgm:cxn modelId="{8ACF47D1-094F-48D2-958B-576981483259}" type="presParOf" srcId="{65544E20-4E2C-4A72-B9B7-0BC36EAE73D9}" destId="{664A6AD8-FE27-4BC4-8F3C-E82127A6525B}" srcOrd="0" destOrd="0" presId="urn:microsoft.com/office/officeart/2009/layout/CirclePictureHierarchy"/>
    <dgm:cxn modelId="{981D09DD-1A63-436C-810D-5250206E14B7}" type="presParOf" srcId="{65544E20-4E2C-4A72-B9B7-0BC36EAE73D9}" destId="{F6D975A6-FC93-4AD5-8E6A-C7A93F063309}" srcOrd="1" destOrd="0" presId="urn:microsoft.com/office/officeart/2009/layout/CirclePictureHierarchy"/>
    <dgm:cxn modelId="{84232379-5FBE-40A6-ADD7-A0363BBF6D92}" type="presParOf" srcId="{F6D975A6-FC93-4AD5-8E6A-C7A93F063309}" destId="{4E488B78-0C94-4437-B990-B243AB05C7EA}" srcOrd="0" destOrd="0" presId="urn:microsoft.com/office/officeart/2009/layout/CirclePictureHierarchy"/>
    <dgm:cxn modelId="{55A2F54E-B2CE-4DBA-9819-5E7EACFB3F5D}" type="presParOf" srcId="{4E488B78-0C94-4437-B990-B243AB05C7EA}" destId="{72B74161-7D10-498D-9728-342C493EB637}" srcOrd="0" destOrd="0" presId="urn:microsoft.com/office/officeart/2009/layout/CirclePictureHierarchy"/>
    <dgm:cxn modelId="{2B130F7F-22D5-41CF-B37C-8AD329F6E4D8}" type="presParOf" srcId="{4E488B78-0C94-4437-B990-B243AB05C7EA}" destId="{F3C098CF-18F1-4592-8960-4179D8AB91EF}" srcOrd="1" destOrd="0" presId="urn:microsoft.com/office/officeart/2009/layout/CirclePictureHierarchy"/>
    <dgm:cxn modelId="{BCF29590-50E9-4B0F-A077-F158F9596A0C}" type="presParOf" srcId="{F6D975A6-FC93-4AD5-8E6A-C7A93F063309}" destId="{B60EB07B-16A1-445C-97AF-E31F471EB305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1D42256-92FE-4A2B-8309-EECB65AC15B8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2D290A3E-0708-42EA-AC12-561E60A53500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SIJIL TEKNOLOGI KEJURUTERAAN MARIN (SMM)</a:t>
          </a:r>
          <a:endParaRPr lang="en-MY" dirty="0">
            <a:solidFill>
              <a:schemeClr val="tx1"/>
            </a:solidFill>
          </a:endParaRPr>
        </a:p>
      </dgm:t>
    </dgm:pt>
    <dgm:pt modelId="{8540AA03-754C-48BA-8E60-921280791C71}" type="parTrans" cxnId="{DB9BC3D4-B3E8-401E-BB4A-A8872AD3C42A}">
      <dgm:prSet/>
      <dgm:spPr/>
      <dgm:t>
        <a:bodyPr/>
        <a:lstStyle/>
        <a:p>
          <a:endParaRPr lang="en-MY"/>
        </a:p>
      </dgm:t>
    </dgm:pt>
    <dgm:pt modelId="{D95F9CE6-F2EA-41E6-B566-4EF1892913E9}" type="sibTrans" cxnId="{DB9BC3D4-B3E8-401E-BB4A-A8872AD3C42A}">
      <dgm:prSet/>
      <dgm:spPr/>
      <dgm:t>
        <a:bodyPr/>
        <a:lstStyle/>
        <a:p>
          <a:endParaRPr lang="en-MY"/>
        </a:p>
      </dgm:t>
    </dgm:pt>
    <dgm:pt modelId="{678C740F-FE87-419F-B415-F2CA8C350B08}">
      <dgm:prSet phldrT="[Text]" phldr="0"/>
      <dgm:spPr/>
      <dgm:t>
        <a:bodyPr/>
        <a:lstStyle/>
        <a:p>
          <a:r>
            <a:rPr lang="en-MY" dirty="0"/>
            <a:t>KETUA JABATAN AUTOMOTIF</a:t>
          </a:r>
        </a:p>
      </dgm:t>
    </dgm:pt>
    <dgm:pt modelId="{CB639065-EA8D-46AF-A682-125A448A14EA}" type="parTrans" cxnId="{BD162553-2137-43BD-B9F7-7AF5333B8C6E}">
      <dgm:prSet/>
      <dgm:spPr/>
      <dgm:t>
        <a:bodyPr/>
        <a:lstStyle/>
        <a:p>
          <a:endParaRPr lang="en-MY"/>
        </a:p>
      </dgm:t>
    </dgm:pt>
    <dgm:pt modelId="{A477A2C5-274B-4AB3-8D76-83986131E773}" type="sibTrans" cxnId="{BD162553-2137-43BD-B9F7-7AF5333B8C6E}">
      <dgm:prSet/>
      <dgm:spPr/>
      <dgm:t>
        <a:bodyPr/>
        <a:lstStyle/>
        <a:p>
          <a:endParaRPr lang="en-MY"/>
        </a:p>
      </dgm:t>
    </dgm:pt>
    <dgm:pt modelId="{8A063DCB-11F3-4A88-B53B-C6D076E5A5FF}">
      <dgm:prSet phldrT="[Text]"/>
      <dgm:spPr/>
      <dgm:t>
        <a:bodyPr/>
        <a:lstStyle/>
        <a:p>
          <a:r>
            <a:rPr lang="en-US" dirty="0">
              <a:solidFill>
                <a:srgbClr val="00B0F0"/>
              </a:solidFill>
            </a:rPr>
            <a:t>DIPLOMA TEKNOLOGI MARIN (DMM)</a:t>
          </a:r>
          <a:endParaRPr lang="en-MY" dirty="0"/>
        </a:p>
      </dgm:t>
    </dgm:pt>
    <dgm:pt modelId="{BB749558-332E-4A85-96FB-5AB4EE087125}" type="parTrans" cxnId="{AD3531AD-300A-4E84-B24F-7A5F6E23887D}">
      <dgm:prSet/>
      <dgm:spPr/>
      <dgm:t>
        <a:bodyPr/>
        <a:lstStyle/>
        <a:p>
          <a:endParaRPr lang="en-MY"/>
        </a:p>
      </dgm:t>
    </dgm:pt>
    <dgm:pt modelId="{0CFB8566-784F-483E-A764-400A963F9186}" type="sibTrans" cxnId="{AD3531AD-300A-4E84-B24F-7A5F6E23887D}">
      <dgm:prSet/>
      <dgm:spPr/>
      <dgm:t>
        <a:bodyPr/>
        <a:lstStyle/>
        <a:p>
          <a:endParaRPr lang="en-MY"/>
        </a:p>
      </dgm:t>
    </dgm:pt>
    <dgm:pt modelId="{F84119E7-DBA3-4A0A-859C-CDD007A0A7D0}">
      <dgm:prSet phldrT="[Text]" phldr="0"/>
      <dgm:spPr/>
      <dgm:t>
        <a:bodyPr/>
        <a:lstStyle/>
        <a:p>
          <a:r>
            <a:rPr lang="en-MY" dirty="0"/>
            <a:t>KETUA JABATAN AUTOMOTIF </a:t>
          </a:r>
        </a:p>
      </dgm:t>
    </dgm:pt>
    <dgm:pt modelId="{5EB1826F-889F-407E-87EB-81AB1ACD7C94}" type="parTrans" cxnId="{B592EB21-3ABD-4F10-8483-D801A2C4345E}">
      <dgm:prSet/>
      <dgm:spPr/>
      <dgm:t>
        <a:bodyPr/>
        <a:lstStyle/>
        <a:p>
          <a:endParaRPr lang="en-MY"/>
        </a:p>
      </dgm:t>
    </dgm:pt>
    <dgm:pt modelId="{4E66EAD0-E0A6-43B6-8B8A-6B6CAE364F1B}" type="sibTrans" cxnId="{B592EB21-3ABD-4F10-8483-D801A2C4345E}">
      <dgm:prSet/>
      <dgm:spPr/>
      <dgm:t>
        <a:bodyPr/>
        <a:lstStyle/>
        <a:p>
          <a:endParaRPr lang="en-MY"/>
        </a:p>
      </dgm:t>
    </dgm:pt>
    <dgm:pt modelId="{25588F6D-9C91-4758-A2AC-AC6A7D19D3A7}">
      <dgm:prSet phldrT="[Text]"/>
      <dgm:spPr/>
      <dgm:t>
        <a:bodyPr/>
        <a:lstStyle/>
        <a:p>
          <a:r>
            <a:rPr lang="en-MY" dirty="0"/>
            <a:t>KETUA PROGRAM</a:t>
          </a:r>
        </a:p>
      </dgm:t>
    </dgm:pt>
    <dgm:pt modelId="{8DF6252E-CC13-4B7B-BF1E-F7F9C7A4558F}" type="parTrans" cxnId="{42AF4714-89DA-4088-9439-449B5162C635}">
      <dgm:prSet/>
      <dgm:spPr/>
      <dgm:t>
        <a:bodyPr/>
        <a:lstStyle/>
        <a:p>
          <a:endParaRPr lang="en-MY"/>
        </a:p>
      </dgm:t>
    </dgm:pt>
    <dgm:pt modelId="{1136F292-928E-4453-9A16-EB37DA35D927}" type="sibTrans" cxnId="{42AF4714-89DA-4088-9439-449B5162C635}">
      <dgm:prSet/>
      <dgm:spPr/>
      <dgm:t>
        <a:bodyPr/>
        <a:lstStyle/>
        <a:p>
          <a:endParaRPr lang="en-MY"/>
        </a:p>
      </dgm:t>
    </dgm:pt>
    <dgm:pt modelId="{DB6ACF4F-7E8B-4D6A-8B12-2CC1CC5E7C6A}">
      <dgm:prSet phldrT="[Text]" phldr="0"/>
      <dgm:spPr/>
      <dgm:t>
        <a:bodyPr/>
        <a:lstStyle/>
        <a:p>
          <a:r>
            <a:rPr lang="en-MY" dirty="0"/>
            <a:t>KETUA PROGRAM</a:t>
          </a:r>
        </a:p>
      </dgm:t>
    </dgm:pt>
    <dgm:pt modelId="{C6F5B8A7-7405-44AE-B6A2-FC68029FE639}" type="parTrans" cxnId="{7040C983-78E9-4FC7-B4FD-B7971ECDE81E}">
      <dgm:prSet/>
      <dgm:spPr/>
      <dgm:t>
        <a:bodyPr/>
        <a:lstStyle/>
        <a:p>
          <a:endParaRPr lang="en-MY"/>
        </a:p>
      </dgm:t>
    </dgm:pt>
    <dgm:pt modelId="{650A6374-EDE1-4608-BA37-3F49A4E994C8}" type="sibTrans" cxnId="{7040C983-78E9-4FC7-B4FD-B7971ECDE81E}">
      <dgm:prSet/>
      <dgm:spPr/>
      <dgm:t>
        <a:bodyPr/>
        <a:lstStyle/>
        <a:p>
          <a:endParaRPr lang="en-MY"/>
        </a:p>
      </dgm:t>
    </dgm:pt>
    <dgm:pt modelId="{F31AFA95-DAB3-4FBC-B62D-D8890A5E93FD}">
      <dgm:prSet phldrT="[Text]" phldr="0"/>
      <dgm:spPr/>
      <dgm:t>
        <a:bodyPr/>
        <a:lstStyle/>
        <a:p>
          <a:r>
            <a:rPr lang="en-MY" dirty="0"/>
            <a:t>PENSYARAH</a:t>
          </a:r>
        </a:p>
      </dgm:t>
    </dgm:pt>
    <dgm:pt modelId="{3C2C6F8E-A61B-469B-8E9B-D1BBD5DD4486}" type="parTrans" cxnId="{5AF7D758-568D-4A02-B360-E9BEE70D2A71}">
      <dgm:prSet/>
      <dgm:spPr/>
      <dgm:t>
        <a:bodyPr/>
        <a:lstStyle/>
        <a:p>
          <a:endParaRPr lang="en-MY"/>
        </a:p>
      </dgm:t>
    </dgm:pt>
    <dgm:pt modelId="{9AD35DD0-BD7A-4070-AB7B-6B87B62FE842}" type="sibTrans" cxnId="{5AF7D758-568D-4A02-B360-E9BEE70D2A71}">
      <dgm:prSet/>
      <dgm:spPr/>
      <dgm:t>
        <a:bodyPr/>
        <a:lstStyle/>
        <a:p>
          <a:endParaRPr lang="en-MY"/>
        </a:p>
      </dgm:t>
    </dgm:pt>
    <dgm:pt modelId="{7659AB57-89D2-448F-B6C5-123C8B36A817}">
      <dgm:prSet phldrT="[Text]"/>
      <dgm:spPr/>
      <dgm:t>
        <a:bodyPr/>
        <a:lstStyle/>
        <a:p>
          <a:r>
            <a:rPr lang="en-MY" dirty="0"/>
            <a:t>PENSYARAH</a:t>
          </a:r>
        </a:p>
      </dgm:t>
    </dgm:pt>
    <dgm:pt modelId="{C492368A-E7D8-40C2-AFBE-7547AF1F21AB}" type="parTrans" cxnId="{97CAA4D3-3198-4CF2-9905-5AE0A6A557B5}">
      <dgm:prSet/>
      <dgm:spPr/>
      <dgm:t>
        <a:bodyPr/>
        <a:lstStyle/>
        <a:p>
          <a:endParaRPr lang="en-MY"/>
        </a:p>
      </dgm:t>
    </dgm:pt>
    <dgm:pt modelId="{90927CD7-2062-42A1-B6A0-65D8CA880BC0}" type="sibTrans" cxnId="{97CAA4D3-3198-4CF2-9905-5AE0A6A557B5}">
      <dgm:prSet/>
      <dgm:spPr/>
      <dgm:t>
        <a:bodyPr/>
        <a:lstStyle/>
        <a:p>
          <a:endParaRPr lang="en-MY"/>
        </a:p>
      </dgm:t>
    </dgm:pt>
    <dgm:pt modelId="{38881F41-43BF-4772-B065-36B032FF3A08}" type="pres">
      <dgm:prSet presAssocID="{61D42256-92FE-4A2B-8309-EECB65AC15B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6A7FEB4-B487-4B45-8D22-BB19F40BA991}" type="pres">
      <dgm:prSet presAssocID="{2D290A3E-0708-42EA-AC12-561E60A53500}" presName="hierRoot1" presStyleCnt="0"/>
      <dgm:spPr/>
    </dgm:pt>
    <dgm:pt modelId="{CB0A8785-AB8E-413A-9BE1-A4E1FFD9FCE9}" type="pres">
      <dgm:prSet presAssocID="{2D290A3E-0708-42EA-AC12-561E60A53500}" presName="composite" presStyleCnt="0"/>
      <dgm:spPr/>
    </dgm:pt>
    <dgm:pt modelId="{2D5561A6-3003-414D-9CB0-CF368EE87E0B}" type="pres">
      <dgm:prSet presAssocID="{2D290A3E-0708-42EA-AC12-561E60A53500}" presName="image" presStyleLbl="node0" presStyleIdx="0" presStyleCnt="2"/>
      <dgm:spPr/>
    </dgm:pt>
    <dgm:pt modelId="{1E05EFA7-BCD8-4508-AB47-6289F6F967FE}" type="pres">
      <dgm:prSet presAssocID="{2D290A3E-0708-42EA-AC12-561E60A53500}" presName="text" presStyleLbl="revTx" presStyleIdx="0" presStyleCnt="8">
        <dgm:presLayoutVars>
          <dgm:chPref val="3"/>
        </dgm:presLayoutVars>
      </dgm:prSet>
      <dgm:spPr/>
    </dgm:pt>
    <dgm:pt modelId="{0FD7663B-3E0E-42DA-8FC5-226F5168534A}" type="pres">
      <dgm:prSet presAssocID="{2D290A3E-0708-42EA-AC12-561E60A53500}" presName="hierChild2" presStyleCnt="0"/>
      <dgm:spPr/>
    </dgm:pt>
    <dgm:pt modelId="{19E467E9-9141-41A5-90B8-31DDE88A50C7}" type="pres">
      <dgm:prSet presAssocID="{CB639065-EA8D-46AF-A682-125A448A14EA}" presName="Name10" presStyleLbl="parChTrans1D2" presStyleIdx="0" presStyleCnt="2"/>
      <dgm:spPr/>
    </dgm:pt>
    <dgm:pt modelId="{F865C381-C70C-40FD-BDFE-CC5660DDEEF9}" type="pres">
      <dgm:prSet presAssocID="{678C740F-FE87-419F-B415-F2CA8C350B08}" presName="hierRoot2" presStyleCnt="0"/>
      <dgm:spPr/>
    </dgm:pt>
    <dgm:pt modelId="{1AE6DFC4-DC7E-4721-A6C4-DC104F8B86F7}" type="pres">
      <dgm:prSet presAssocID="{678C740F-FE87-419F-B415-F2CA8C350B08}" presName="composite2" presStyleCnt="0"/>
      <dgm:spPr/>
    </dgm:pt>
    <dgm:pt modelId="{A22D1742-CEF5-4380-954B-0F319BD3F447}" type="pres">
      <dgm:prSet presAssocID="{678C740F-FE87-419F-B415-F2CA8C350B08}" presName="image2" presStyleLbl="node2" presStyleIdx="0" presStyleCnt="2"/>
      <dgm:spPr/>
    </dgm:pt>
    <dgm:pt modelId="{64CCF63D-3BC3-4876-84B3-F7468938945B}" type="pres">
      <dgm:prSet presAssocID="{678C740F-FE87-419F-B415-F2CA8C350B08}" presName="text2" presStyleLbl="revTx" presStyleIdx="1" presStyleCnt="8">
        <dgm:presLayoutVars>
          <dgm:chPref val="3"/>
        </dgm:presLayoutVars>
      </dgm:prSet>
      <dgm:spPr/>
    </dgm:pt>
    <dgm:pt modelId="{846506CD-5DF7-496E-81B0-04B658B1E553}" type="pres">
      <dgm:prSet presAssocID="{678C740F-FE87-419F-B415-F2CA8C350B08}" presName="hierChild3" presStyleCnt="0"/>
      <dgm:spPr/>
    </dgm:pt>
    <dgm:pt modelId="{960112E5-38BF-4555-A70C-BBF0869B6DA5}" type="pres">
      <dgm:prSet presAssocID="{8DF6252E-CC13-4B7B-BF1E-F7F9C7A4558F}" presName="Name17" presStyleLbl="parChTrans1D3" presStyleIdx="0" presStyleCnt="2"/>
      <dgm:spPr/>
    </dgm:pt>
    <dgm:pt modelId="{DE1E9740-21D7-4041-BC21-51749B432F93}" type="pres">
      <dgm:prSet presAssocID="{25588F6D-9C91-4758-A2AC-AC6A7D19D3A7}" presName="hierRoot3" presStyleCnt="0"/>
      <dgm:spPr/>
    </dgm:pt>
    <dgm:pt modelId="{A9E1E626-B23A-40EE-8591-E91C26AD1B31}" type="pres">
      <dgm:prSet presAssocID="{25588F6D-9C91-4758-A2AC-AC6A7D19D3A7}" presName="composite3" presStyleCnt="0"/>
      <dgm:spPr/>
    </dgm:pt>
    <dgm:pt modelId="{7948AB32-2768-460D-8FFD-9C2001C0EF86}" type="pres">
      <dgm:prSet presAssocID="{25588F6D-9C91-4758-A2AC-AC6A7D19D3A7}" presName="image3" presStyleLbl="node3" presStyleIdx="0" presStyleCnt="2"/>
      <dgm:spPr/>
    </dgm:pt>
    <dgm:pt modelId="{F110EC74-F6D6-44E1-B166-7CAF290759C0}" type="pres">
      <dgm:prSet presAssocID="{25588F6D-9C91-4758-A2AC-AC6A7D19D3A7}" presName="text3" presStyleLbl="revTx" presStyleIdx="2" presStyleCnt="8">
        <dgm:presLayoutVars>
          <dgm:chPref val="3"/>
        </dgm:presLayoutVars>
      </dgm:prSet>
      <dgm:spPr/>
    </dgm:pt>
    <dgm:pt modelId="{BD15827D-01FC-442C-885C-F05935C02970}" type="pres">
      <dgm:prSet presAssocID="{25588F6D-9C91-4758-A2AC-AC6A7D19D3A7}" presName="hierChild4" presStyleCnt="0"/>
      <dgm:spPr/>
    </dgm:pt>
    <dgm:pt modelId="{6D2B66F1-D5D2-4EA4-AF78-E5E0145BADD0}" type="pres">
      <dgm:prSet presAssocID="{C492368A-E7D8-40C2-AFBE-7547AF1F21AB}" presName="Name23" presStyleLbl="parChTrans1D4" presStyleIdx="0" presStyleCnt="2"/>
      <dgm:spPr/>
    </dgm:pt>
    <dgm:pt modelId="{FC971637-932A-449E-9EB3-DC928AC8F339}" type="pres">
      <dgm:prSet presAssocID="{7659AB57-89D2-448F-B6C5-123C8B36A817}" presName="hierRoot4" presStyleCnt="0"/>
      <dgm:spPr/>
    </dgm:pt>
    <dgm:pt modelId="{B7B24206-D4F9-4E2F-ADCA-C55CB12EC196}" type="pres">
      <dgm:prSet presAssocID="{7659AB57-89D2-448F-B6C5-123C8B36A817}" presName="composite4" presStyleCnt="0"/>
      <dgm:spPr/>
    </dgm:pt>
    <dgm:pt modelId="{20C88714-F21A-4301-86CC-7DD8C9ECBA73}" type="pres">
      <dgm:prSet presAssocID="{7659AB57-89D2-448F-B6C5-123C8B36A817}" presName="image4" presStyleLbl="node4" presStyleIdx="0" presStyleCnt="2"/>
      <dgm:spPr/>
    </dgm:pt>
    <dgm:pt modelId="{88B9AAF9-6F52-4A03-B165-11CC1C0EF2D6}" type="pres">
      <dgm:prSet presAssocID="{7659AB57-89D2-448F-B6C5-123C8B36A817}" presName="text4" presStyleLbl="revTx" presStyleIdx="3" presStyleCnt="8">
        <dgm:presLayoutVars>
          <dgm:chPref val="3"/>
        </dgm:presLayoutVars>
      </dgm:prSet>
      <dgm:spPr/>
    </dgm:pt>
    <dgm:pt modelId="{1B35318A-F6CA-4585-989C-CF56F744AFD4}" type="pres">
      <dgm:prSet presAssocID="{7659AB57-89D2-448F-B6C5-123C8B36A817}" presName="hierChild5" presStyleCnt="0"/>
      <dgm:spPr/>
    </dgm:pt>
    <dgm:pt modelId="{243C83DE-1BD6-41CA-9387-A79FF1FF9478}" type="pres">
      <dgm:prSet presAssocID="{8A063DCB-11F3-4A88-B53B-C6D076E5A5FF}" presName="hierRoot1" presStyleCnt="0"/>
      <dgm:spPr/>
    </dgm:pt>
    <dgm:pt modelId="{A542BBB8-4975-442F-85E1-E70037AB792B}" type="pres">
      <dgm:prSet presAssocID="{8A063DCB-11F3-4A88-B53B-C6D076E5A5FF}" presName="composite" presStyleCnt="0"/>
      <dgm:spPr/>
    </dgm:pt>
    <dgm:pt modelId="{52EF77FB-2AFF-473C-B3A6-E04E9356DCEC}" type="pres">
      <dgm:prSet presAssocID="{8A063DCB-11F3-4A88-B53B-C6D076E5A5FF}" presName="image" presStyleLbl="node0" presStyleIdx="1" presStyleCnt="2"/>
      <dgm:spPr/>
    </dgm:pt>
    <dgm:pt modelId="{85153D4C-47C9-4655-9A6A-E1F924A2B7F9}" type="pres">
      <dgm:prSet presAssocID="{8A063DCB-11F3-4A88-B53B-C6D076E5A5FF}" presName="text" presStyleLbl="revTx" presStyleIdx="4" presStyleCnt="8">
        <dgm:presLayoutVars>
          <dgm:chPref val="3"/>
        </dgm:presLayoutVars>
      </dgm:prSet>
      <dgm:spPr/>
    </dgm:pt>
    <dgm:pt modelId="{A5D6873F-7E2A-46D5-931C-31D3314BD629}" type="pres">
      <dgm:prSet presAssocID="{8A063DCB-11F3-4A88-B53B-C6D076E5A5FF}" presName="hierChild2" presStyleCnt="0"/>
      <dgm:spPr/>
    </dgm:pt>
    <dgm:pt modelId="{DDD2AEB8-AAEF-42BB-A3B7-92AB4F3F36B4}" type="pres">
      <dgm:prSet presAssocID="{5EB1826F-889F-407E-87EB-81AB1ACD7C94}" presName="Name10" presStyleLbl="parChTrans1D2" presStyleIdx="1" presStyleCnt="2"/>
      <dgm:spPr/>
    </dgm:pt>
    <dgm:pt modelId="{69BD5674-17E3-4994-A7D0-621897280CE5}" type="pres">
      <dgm:prSet presAssocID="{F84119E7-DBA3-4A0A-859C-CDD007A0A7D0}" presName="hierRoot2" presStyleCnt="0"/>
      <dgm:spPr/>
    </dgm:pt>
    <dgm:pt modelId="{B0827AD0-D1D4-4AE3-812F-A4EC0CE0362B}" type="pres">
      <dgm:prSet presAssocID="{F84119E7-DBA3-4A0A-859C-CDD007A0A7D0}" presName="composite2" presStyleCnt="0"/>
      <dgm:spPr/>
    </dgm:pt>
    <dgm:pt modelId="{59E329C4-94F8-419B-BC47-B99614AC1758}" type="pres">
      <dgm:prSet presAssocID="{F84119E7-DBA3-4A0A-859C-CDD007A0A7D0}" presName="image2" presStyleLbl="node2" presStyleIdx="1" presStyleCnt="2"/>
      <dgm:spPr/>
    </dgm:pt>
    <dgm:pt modelId="{B25EB93A-DAEC-42B1-A798-3A74C1F3A892}" type="pres">
      <dgm:prSet presAssocID="{F84119E7-DBA3-4A0A-859C-CDD007A0A7D0}" presName="text2" presStyleLbl="revTx" presStyleIdx="5" presStyleCnt="8">
        <dgm:presLayoutVars>
          <dgm:chPref val="3"/>
        </dgm:presLayoutVars>
      </dgm:prSet>
      <dgm:spPr/>
    </dgm:pt>
    <dgm:pt modelId="{A4D4A60D-5FBD-41FE-82AD-3EDE63729D79}" type="pres">
      <dgm:prSet presAssocID="{F84119E7-DBA3-4A0A-859C-CDD007A0A7D0}" presName="hierChild3" presStyleCnt="0"/>
      <dgm:spPr/>
    </dgm:pt>
    <dgm:pt modelId="{E0A29182-9B9B-4B08-9643-AE9518C2F568}" type="pres">
      <dgm:prSet presAssocID="{C6F5B8A7-7405-44AE-B6A2-FC68029FE639}" presName="Name17" presStyleLbl="parChTrans1D3" presStyleIdx="1" presStyleCnt="2"/>
      <dgm:spPr/>
    </dgm:pt>
    <dgm:pt modelId="{303BCF75-8E3E-44F5-B046-BC543A69EC66}" type="pres">
      <dgm:prSet presAssocID="{DB6ACF4F-7E8B-4D6A-8B12-2CC1CC5E7C6A}" presName="hierRoot3" presStyleCnt="0"/>
      <dgm:spPr/>
    </dgm:pt>
    <dgm:pt modelId="{F0ED9B75-1C59-42DF-9EC0-2E037743D41E}" type="pres">
      <dgm:prSet presAssocID="{DB6ACF4F-7E8B-4D6A-8B12-2CC1CC5E7C6A}" presName="composite3" presStyleCnt="0"/>
      <dgm:spPr/>
    </dgm:pt>
    <dgm:pt modelId="{75E7DEA4-93A1-4C15-AB24-D510CA6AD042}" type="pres">
      <dgm:prSet presAssocID="{DB6ACF4F-7E8B-4D6A-8B12-2CC1CC5E7C6A}" presName="image3" presStyleLbl="node3" presStyleIdx="1" presStyleCnt="2"/>
      <dgm:spPr/>
    </dgm:pt>
    <dgm:pt modelId="{E84647BC-2FE6-40D5-977E-3AF932A39CB9}" type="pres">
      <dgm:prSet presAssocID="{DB6ACF4F-7E8B-4D6A-8B12-2CC1CC5E7C6A}" presName="text3" presStyleLbl="revTx" presStyleIdx="6" presStyleCnt="8">
        <dgm:presLayoutVars>
          <dgm:chPref val="3"/>
        </dgm:presLayoutVars>
      </dgm:prSet>
      <dgm:spPr/>
    </dgm:pt>
    <dgm:pt modelId="{9A7CE1B2-1740-4793-833A-A4CB9924C201}" type="pres">
      <dgm:prSet presAssocID="{DB6ACF4F-7E8B-4D6A-8B12-2CC1CC5E7C6A}" presName="hierChild4" presStyleCnt="0"/>
      <dgm:spPr/>
    </dgm:pt>
    <dgm:pt modelId="{A78CB080-903E-4C7A-8543-389F3333D5D8}" type="pres">
      <dgm:prSet presAssocID="{3C2C6F8E-A61B-469B-8E9B-D1BBD5DD4486}" presName="Name23" presStyleLbl="parChTrans1D4" presStyleIdx="1" presStyleCnt="2"/>
      <dgm:spPr/>
    </dgm:pt>
    <dgm:pt modelId="{CFED2C9E-7702-427A-A12D-481A900E9AFD}" type="pres">
      <dgm:prSet presAssocID="{F31AFA95-DAB3-4FBC-B62D-D8890A5E93FD}" presName="hierRoot4" presStyleCnt="0"/>
      <dgm:spPr/>
    </dgm:pt>
    <dgm:pt modelId="{7774F635-D578-4A5A-A7EC-8DFDE3F54F17}" type="pres">
      <dgm:prSet presAssocID="{F31AFA95-DAB3-4FBC-B62D-D8890A5E93FD}" presName="composite4" presStyleCnt="0"/>
      <dgm:spPr/>
    </dgm:pt>
    <dgm:pt modelId="{D5BF3127-BB62-4E57-AC21-99516E2769D2}" type="pres">
      <dgm:prSet presAssocID="{F31AFA95-DAB3-4FBC-B62D-D8890A5E93FD}" presName="image4" presStyleLbl="node4" presStyleIdx="1" presStyleCnt="2"/>
      <dgm:spPr/>
    </dgm:pt>
    <dgm:pt modelId="{90E1EFBC-8325-44CE-9CD6-96B32F321BED}" type="pres">
      <dgm:prSet presAssocID="{F31AFA95-DAB3-4FBC-B62D-D8890A5E93FD}" presName="text4" presStyleLbl="revTx" presStyleIdx="7" presStyleCnt="8">
        <dgm:presLayoutVars>
          <dgm:chPref val="3"/>
        </dgm:presLayoutVars>
      </dgm:prSet>
      <dgm:spPr/>
    </dgm:pt>
    <dgm:pt modelId="{A7B964A9-3EF6-48BB-806B-AB81AD882A7A}" type="pres">
      <dgm:prSet presAssocID="{F31AFA95-DAB3-4FBC-B62D-D8890A5E93FD}" presName="hierChild5" presStyleCnt="0"/>
      <dgm:spPr/>
    </dgm:pt>
  </dgm:ptLst>
  <dgm:cxnLst>
    <dgm:cxn modelId="{4CBBF802-37A0-4D9A-893D-8DA244A405D5}" type="presOf" srcId="{C6F5B8A7-7405-44AE-B6A2-FC68029FE639}" destId="{E0A29182-9B9B-4B08-9643-AE9518C2F568}" srcOrd="0" destOrd="0" presId="urn:microsoft.com/office/officeart/2009/layout/CirclePictureHierarchy"/>
    <dgm:cxn modelId="{42AF4714-89DA-4088-9439-449B5162C635}" srcId="{678C740F-FE87-419F-B415-F2CA8C350B08}" destId="{25588F6D-9C91-4758-A2AC-AC6A7D19D3A7}" srcOrd="0" destOrd="0" parTransId="{8DF6252E-CC13-4B7B-BF1E-F7F9C7A4558F}" sibTransId="{1136F292-928E-4453-9A16-EB37DA35D927}"/>
    <dgm:cxn modelId="{DA1B3B20-42CF-4E1D-91D1-3EDBA9328960}" type="presOf" srcId="{F84119E7-DBA3-4A0A-859C-CDD007A0A7D0}" destId="{B25EB93A-DAEC-42B1-A798-3A74C1F3A892}" srcOrd="0" destOrd="0" presId="urn:microsoft.com/office/officeart/2009/layout/CirclePictureHierarchy"/>
    <dgm:cxn modelId="{B592EB21-3ABD-4F10-8483-D801A2C4345E}" srcId="{8A063DCB-11F3-4A88-B53B-C6D076E5A5FF}" destId="{F84119E7-DBA3-4A0A-859C-CDD007A0A7D0}" srcOrd="0" destOrd="0" parTransId="{5EB1826F-889F-407E-87EB-81AB1ACD7C94}" sibTransId="{4E66EAD0-E0A6-43B6-8B8A-6B6CAE364F1B}"/>
    <dgm:cxn modelId="{5A952335-7D2C-43CF-B4E7-2A399AF9A573}" type="presOf" srcId="{8DF6252E-CC13-4B7B-BF1E-F7F9C7A4558F}" destId="{960112E5-38BF-4555-A70C-BBF0869B6DA5}" srcOrd="0" destOrd="0" presId="urn:microsoft.com/office/officeart/2009/layout/CirclePictureHierarchy"/>
    <dgm:cxn modelId="{B23D125B-E1C2-4A9C-8D6F-69B47D3D6E96}" type="presOf" srcId="{2D290A3E-0708-42EA-AC12-561E60A53500}" destId="{1E05EFA7-BCD8-4508-AB47-6289F6F967FE}" srcOrd="0" destOrd="0" presId="urn:microsoft.com/office/officeart/2009/layout/CirclePictureHierarchy"/>
    <dgm:cxn modelId="{3D4DE261-EDC7-4ED3-8DF7-776248687461}" type="presOf" srcId="{678C740F-FE87-419F-B415-F2CA8C350B08}" destId="{64CCF63D-3BC3-4876-84B3-F7468938945B}" srcOrd="0" destOrd="0" presId="urn:microsoft.com/office/officeart/2009/layout/CirclePictureHierarchy"/>
    <dgm:cxn modelId="{232CD862-EAB1-48BE-8EE4-B7F2C1BBC3F0}" type="presOf" srcId="{25588F6D-9C91-4758-A2AC-AC6A7D19D3A7}" destId="{F110EC74-F6D6-44E1-B166-7CAF290759C0}" srcOrd="0" destOrd="0" presId="urn:microsoft.com/office/officeart/2009/layout/CirclePictureHierarchy"/>
    <dgm:cxn modelId="{0E093E6A-FAE9-4FDB-A9DE-46EA84E5BE13}" type="presOf" srcId="{8A063DCB-11F3-4A88-B53B-C6D076E5A5FF}" destId="{85153D4C-47C9-4655-9A6A-E1F924A2B7F9}" srcOrd="0" destOrd="0" presId="urn:microsoft.com/office/officeart/2009/layout/CirclePictureHierarchy"/>
    <dgm:cxn modelId="{BD162553-2137-43BD-B9F7-7AF5333B8C6E}" srcId="{2D290A3E-0708-42EA-AC12-561E60A53500}" destId="{678C740F-FE87-419F-B415-F2CA8C350B08}" srcOrd="0" destOrd="0" parTransId="{CB639065-EA8D-46AF-A682-125A448A14EA}" sibTransId="{A477A2C5-274B-4AB3-8D76-83986131E773}"/>
    <dgm:cxn modelId="{5AF7D758-568D-4A02-B360-E9BEE70D2A71}" srcId="{DB6ACF4F-7E8B-4D6A-8B12-2CC1CC5E7C6A}" destId="{F31AFA95-DAB3-4FBC-B62D-D8890A5E93FD}" srcOrd="0" destOrd="0" parTransId="{3C2C6F8E-A61B-469B-8E9B-D1BBD5DD4486}" sibTransId="{9AD35DD0-BD7A-4070-AB7B-6B87B62FE842}"/>
    <dgm:cxn modelId="{CA082F7A-4595-40CB-AB27-EF0DBC613940}" type="presOf" srcId="{CB639065-EA8D-46AF-A682-125A448A14EA}" destId="{19E467E9-9141-41A5-90B8-31DDE88A50C7}" srcOrd="0" destOrd="0" presId="urn:microsoft.com/office/officeart/2009/layout/CirclePictureHierarchy"/>
    <dgm:cxn modelId="{0485FD5A-291A-4B97-B967-EE79DE080F2D}" type="presOf" srcId="{5EB1826F-889F-407E-87EB-81AB1ACD7C94}" destId="{DDD2AEB8-AAEF-42BB-A3B7-92AB4F3F36B4}" srcOrd="0" destOrd="0" presId="urn:microsoft.com/office/officeart/2009/layout/CirclePictureHierarchy"/>
    <dgm:cxn modelId="{7040C983-78E9-4FC7-B4FD-B7971ECDE81E}" srcId="{F84119E7-DBA3-4A0A-859C-CDD007A0A7D0}" destId="{DB6ACF4F-7E8B-4D6A-8B12-2CC1CC5E7C6A}" srcOrd="0" destOrd="0" parTransId="{C6F5B8A7-7405-44AE-B6A2-FC68029FE639}" sibTransId="{650A6374-EDE1-4608-BA37-3F49A4E994C8}"/>
    <dgm:cxn modelId="{B4A81D96-8233-4B40-AAAB-41ECACC8D26C}" type="presOf" srcId="{7659AB57-89D2-448F-B6C5-123C8B36A817}" destId="{88B9AAF9-6F52-4A03-B165-11CC1C0EF2D6}" srcOrd="0" destOrd="0" presId="urn:microsoft.com/office/officeart/2009/layout/CirclePictureHierarchy"/>
    <dgm:cxn modelId="{AD3531AD-300A-4E84-B24F-7A5F6E23887D}" srcId="{61D42256-92FE-4A2B-8309-EECB65AC15B8}" destId="{8A063DCB-11F3-4A88-B53B-C6D076E5A5FF}" srcOrd="1" destOrd="0" parTransId="{BB749558-332E-4A85-96FB-5AB4EE087125}" sibTransId="{0CFB8566-784F-483E-A764-400A963F9186}"/>
    <dgm:cxn modelId="{E465DDB4-9009-4922-A787-2E701D351209}" type="presOf" srcId="{3C2C6F8E-A61B-469B-8E9B-D1BBD5DD4486}" destId="{A78CB080-903E-4C7A-8543-389F3333D5D8}" srcOrd="0" destOrd="0" presId="urn:microsoft.com/office/officeart/2009/layout/CirclePictureHierarchy"/>
    <dgm:cxn modelId="{25A93BB8-C813-43B0-BA6E-8E1DF5337E35}" type="presOf" srcId="{C492368A-E7D8-40C2-AFBE-7547AF1F21AB}" destId="{6D2B66F1-D5D2-4EA4-AF78-E5E0145BADD0}" srcOrd="0" destOrd="0" presId="urn:microsoft.com/office/officeart/2009/layout/CirclePictureHierarchy"/>
    <dgm:cxn modelId="{27485FBE-53C9-452A-ADEF-70E86A55EA43}" type="presOf" srcId="{61D42256-92FE-4A2B-8309-EECB65AC15B8}" destId="{38881F41-43BF-4772-B065-36B032FF3A08}" srcOrd="0" destOrd="0" presId="urn:microsoft.com/office/officeart/2009/layout/CirclePictureHierarchy"/>
    <dgm:cxn modelId="{823F8FC9-9560-49B5-991A-0F2A1593D4C0}" type="presOf" srcId="{F31AFA95-DAB3-4FBC-B62D-D8890A5E93FD}" destId="{90E1EFBC-8325-44CE-9CD6-96B32F321BED}" srcOrd="0" destOrd="0" presId="urn:microsoft.com/office/officeart/2009/layout/CirclePictureHierarchy"/>
    <dgm:cxn modelId="{97CAA4D3-3198-4CF2-9905-5AE0A6A557B5}" srcId="{25588F6D-9C91-4758-A2AC-AC6A7D19D3A7}" destId="{7659AB57-89D2-448F-B6C5-123C8B36A817}" srcOrd="0" destOrd="0" parTransId="{C492368A-E7D8-40C2-AFBE-7547AF1F21AB}" sibTransId="{90927CD7-2062-42A1-B6A0-65D8CA880BC0}"/>
    <dgm:cxn modelId="{DB9BC3D4-B3E8-401E-BB4A-A8872AD3C42A}" srcId="{61D42256-92FE-4A2B-8309-EECB65AC15B8}" destId="{2D290A3E-0708-42EA-AC12-561E60A53500}" srcOrd="0" destOrd="0" parTransId="{8540AA03-754C-48BA-8E60-921280791C71}" sibTransId="{D95F9CE6-F2EA-41E6-B566-4EF1892913E9}"/>
    <dgm:cxn modelId="{CE95D7FE-C41C-430A-AA7D-551E647ACC64}" type="presOf" srcId="{DB6ACF4F-7E8B-4D6A-8B12-2CC1CC5E7C6A}" destId="{E84647BC-2FE6-40D5-977E-3AF932A39CB9}" srcOrd="0" destOrd="0" presId="urn:microsoft.com/office/officeart/2009/layout/CirclePictureHierarchy"/>
    <dgm:cxn modelId="{2DB63D63-7794-424E-BD04-B82FBE8D3C85}" type="presParOf" srcId="{38881F41-43BF-4772-B065-36B032FF3A08}" destId="{B6A7FEB4-B487-4B45-8D22-BB19F40BA991}" srcOrd="0" destOrd="0" presId="urn:microsoft.com/office/officeart/2009/layout/CirclePictureHierarchy"/>
    <dgm:cxn modelId="{FAF51979-1F59-460C-B151-10B75D4BC0DD}" type="presParOf" srcId="{B6A7FEB4-B487-4B45-8D22-BB19F40BA991}" destId="{CB0A8785-AB8E-413A-9BE1-A4E1FFD9FCE9}" srcOrd="0" destOrd="0" presId="urn:microsoft.com/office/officeart/2009/layout/CirclePictureHierarchy"/>
    <dgm:cxn modelId="{9267BAD6-305D-43AE-B003-8516ADA1BA7D}" type="presParOf" srcId="{CB0A8785-AB8E-413A-9BE1-A4E1FFD9FCE9}" destId="{2D5561A6-3003-414D-9CB0-CF368EE87E0B}" srcOrd="0" destOrd="0" presId="urn:microsoft.com/office/officeart/2009/layout/CirclePictureHierarchy"/>
    <dgm:cxn modelId="{61448122-EAB3-4D35-97A2-71BCCDABE9C8}" type="presParOf" srcId="{CB0A8785-AB8E-413A-9BE1-A4E1FFD9FCE9}" destId="{1E05EFA7-BCD8-4508-AB47-6289F6F967FE}" srcOrd="1" destOrd="0" presId="urn:microsoft.com/office/officeart/2009/layout/CirclePictureHierarchy"/>
    <dgm:cxn modelId="{7BA527DF-391E-4F69-AE58-24051E8FBD95}" type="presParOf" srcId="{B6A7FEB4-B487-4B45-8D22-BB19F40BA991}" destId="{0FD7663B-3E0E-42DA-8FC5-226F5168534A}" srcOrd="1" destOrd="0" presId="urn:microsoft.com/office/officeart/2009/layout/CirclePictureHierarchy"/>
    <dgm:cxn modelId="{ADD3B794-B1EC-4C23-A9C4-A1EEB79477A2}" type="presParOf" srcId="{0FD7663B-3E0E-42DA-8FC5-226F5168534A}" destId="{19E467E9-9141-41A5-90B8-31DDE88A50C7}" srcOrd="0" destOrd="0" presId="urn:microsoft.com/office/officeart/2009/layout/CirclePictureHierarchy"/>
    <dgm:cxn modelId="{8CE11C0B-3A78-43C1-87D7-9973665E63D2}" type="presParOf" srcId="{0FD7663B-3E0E-42DA-8FC5-226F5168534A}" destId="{F865C381-C70C-40FD-BDFE-CC5660DDEEF9}" srcOrd="1" destOrd="0" presId="urn:microsoft.com/office/officeart/2009/layout/CirclePictureHierarchy"/>
    <dgm:cxn modelId="{5DD265E4-1006-4A45-AC77-7AB118DBE163}" type="presParOf" srcId="{F865C381-C70C-40FD-BDFE-CC5660DDEEF9}" destId="{1AE6DFC4-DC7E-4721-A6C4-DC104F8B86F7}" srcOrd="0" destOrd="0" presId="urn:microsoft.com/office/officeart/2009/layout/CirclePictureHierarchy"/>
    <dgm:cxn modelId="{834FA4D5-1EA5-4310-9356-459D1913E932}" type="presParOf" srcId="{1AE6DFC4-DC7E-4721-A6C4-DC104F8B86F7}" destId="{A22D1742-CEF5-4380-954B-0F319BD3F447}" srcOrd="0" destOrd="0" presId="urn:microsoft.com/office/officeart/2009/layout/CirclePictureHierarchy"/>
    <dgm:cxn modelId="{B650BFF9-AECE-4FAD-A7ED-B78F36E9AEA3}" type="presParOf" srcId="{1AE6DFC4-DC7E-4721-A6C4-DC104F8B86F7}" destId="{64CCF63D-3BC3-4876-84B3-F7468938945B}" srcOrd="1" destOrd="0" presId="urn:microsoft.com/office/officeart/2009/layout/CirclePictureHierarchy"/>
    <dgm:cxn modelId="{C0B6DFAB-67CE-4AE6-8599-4A427D72F2E9}" type="presParOf" srcId="{F865C381-C70C-40FD-BDFE-CC5660DDEEF9}" destId="{846506CD-5DF7-496E-81B0-04B658B1E553}" srcOrd="1" destOrd="0" presId="urn:microsoft.com/office/officeart/2009/layout/CirclePictureHierarchy"/>
    <dgm:cxn modelId="{E1B5BA89-3C51-4774-AD72-F5BDDA016F65}" type="presParOf" srcId="{846506CD-5DF7-496E-81B0-04B658B1E553}" destId="{960112E5-38BF-4555-A70C-BBF0869B6DA5}" srcOrd="0" destOrd="0" presId="urn:microsoft.com/office/officeart/2009/layout/CirclePictureHierarchy"/>
    <dgm:cxn modelId="{17E8F172-A6A3-4865-8B81-2BC5B077878A}" type="presParOf" srcId="{846506CD-5DF7-496E-81B0-04B658B1E553}" destId="{DE1E9740-21D7-4041-BC21-51749B432F93}" srcOrd="1" destOrd="0" presId="urn:microsoft.com/office/officeart/2009/layout/CirclePictureHierarchy"/>
    <dgm:cxn modelId="{512035FC-FAA4-4A05-A24B-5C5F04BE6968}" type="presParOf" srcId="{DE1E9740-21D7-4041-BC21-51749B432F93}" destId="{A9E1E626-B23A-40EE-8591-E91C26AD1B31}" srcOrd="0" destOrd="0" presId="urn:microsoft.com/office/officeart/2009/layout/CirclePictureHierarchy"/>
    <dgm:cxn modelId="{5651B977-901B-4DED-A5A3-6C986C0F9C95}" type="presParOf" srcId="{A9E1E626-B23A-40EE-8591-E91C26AD1B31}" destId="{7948AB32-2768-460D-8FFD-9C2001C0EF86}" srcOrd="0" destOrd="0" presId="urn:microsoft.com/office/officeart/2009/layout/CirclePictureHierarchy"/>
    <dgm:cxn modelId="{A44C6246-2608-47B1-9727-C6D6C5369D57}" type="presParOf" srcId="{A9E1E626-B23A-40EE-8591-E91C26AD1B31}" destId="{F110EC74-F6D6-44E1-B166-7CAF290759C0}" srcOrd="1" destOrd="0" presId="urn:microsoft.com/office/officeart/2009/layout/CirclePictureHierarchy"/>
    <dgm:cxn modelId="{F0CE676C-253A-4FED-9E60-F7205B231892}" type="presParOf" srcId="{DE1E9740-21D7-4041-BC21-51749B432F93}" destId="{BD15827D-01FC-442C-885C-F05935C02970}" srcOrd="1" destOrd="0" presId="urn:microsoft.com/office/officeart/2009/layout/CirclePictureHierarchy"/>
    <dgm:cxn modelId="{DBBA2770-AE3F-49A8-B999-D8E3A95B8D9F}" type="presParOf" srcId="{BD15827D-01FC-442C-885C-F05935C02970}" destId="{6D2B66F1-D5D2-4EA4-AF78-E5E0145BADD0}" srcOrd="0" destOrd="0" presId="urn:microsoft.com/office/officeart/2009/layout/CirclePictureHierarchy"/>
    <dgm:cxn modelId="{840FDCD1-3A8D-4053-AC44-2E35F9848AED}" type="presParOf" srcId="{BD15827D-01FC-442C-885C-F05935C02970}" destId="{FC971637-932A-449E-9EB3-DC928AC8F339}" srcOrd="1" destOrd="0" presId="urn:microsoft.com/office/officeart/2009/layout/CirclePictureHierarchy"/>
    <dgm:cxn modelId="{C2FE21AD-512B-4ED0-BE1D-C19BAA18FE31}" type="presParOf" srcId="{FC971637-932A-449E-9EB3-DC928AC8F339}" destId="{B7B24206-D4F9-4E2F-ADCA-C55CB12EC196}" srcOrd="0" destOrd="0" presId="urn:microsoft.com/office/officeart/2009/layout/CirclePictureHierarchy"/>
    <dgm:cxn modelId="{0E182519-7784-4DAE-873B-837B96BE405B}" type="presParOf" srcId="{B7B24206-D4F9-4E2F-ADCA-C55CB12EC196}" destId="{20C88714-F21A-4301-86CC-7DD8C9ECBA73}" srcOrd="0" destOrd="0" presId="urn:microsoft.com/office/officeart/2009/layout/CirclePictureHierarchy"/>
    <dgm:cxn modelId="{FF50445E-966A-4E1A-8671-8094D86640E4}" type="presParOf" srcId="{B7B24206-D4F9-4E2F-ADCA-C55CB12EC196}" destId="{88B9AAF9-6F52-4A03-B165-11CC1C0EF2D6}" srcOrd="1" destOrd="0" presId="urn:microsoft.com/office/officeart/2009/layout/CirclePictureHierarchy"/>
    <dgm:cxn modelId="{0C011B04-1331-4706-8978-B7FE32EE3B03}" type="presParOf" srcId="{FC971637-932A-449E-9EB3-DC928AC8F339}" destId="{1B35318A-F6CA-4585-989C-CF56F744AFD4}" srcOrd="1" destOrd="0" presId="urn:microsoft.com/office/officeart/2009/layout/CirclePictureHierarchy"/>
    <dgm:cxn modelId="{E97FA594-8CB9-4FC2-B3B3-5998CFFECBF2}" type="presParOf" srcId="{38881F41-43BF-4772-B065-36B032FF3A08}" destId="{243C83DE-1BD6-41CA-9387-A79FF1FF9478}" srcOrd="1" destOrd="0" presId="urn:microsoft.com/office/officeart/2009/layout/CirclePictureHierarchy"/>
    <dgm:cxn modelId="{01D7B51F-10B3-4D72-AA87-5FBCA70F93A5}" type="presParOf" srcId="{243C83DE-1BD6-41CA-9387-A79FF1FF9478}" destId="{A542BBB8-4975-442F-85E1-E70037AB792B}" srcOrd="0" destOrd="0" presId="urn:microsoft.com/office/officeart/2009/layout/CirclePictureHierarchy"/>
    <dgm:cxn modelId="{86B0126D-8678-403D-8FA2-F1FD9E8672F7}" type="presParOf" srcId="{A542BBB8-4975-442F-85E1-E70037AB792B}" destId="{52EF77FB-2AFF-473C-B3A6-E04E9356DCEC}" srcOrd="0" destOrd="0" presId="urn:microsoft.com/office/officeart/2009/layout/CirclePictureHierarchy"/>
    <dgm:cxn modelId="{F116BB55-24E9-4E54-AACF-5EE06B3798B7}" type="presParOf" srcId="{A542BBB8-4975-442F-85E1-E70037AB792B}" destId="{85153D4C-47C9-4655-9A6A-E1F924A2B7F9}" srcOrd="1" destOrd="0" presId="urn:microsoft.com/office/officeart/2009/layout/CirclePictureHierarchy"/>
    <dgm:cxn modelId="{3E7DFB05-6811-4425-AA88-B50F1AE30DC4}" type="presParOf" srcId="{243C83DE-1BD6-41CA-9387-A79FF1FF9478}" destId="{A5D6873F-7E2A-46D5-931C-31D3314BD629}" srcOrd="1" destOrd="0" presId="urn:microsoft.com/office/officeart/2009/layout/CirclePictureHierarchy"/>
    <dgm:cxn modelId="{29C2FAE3-00DB-4345-B0A8-FAE6004EAA45}" type="presParOf" srcId="{A5D6873F-7E2A-46D5-931C-31D3314BD629}" destId="{DDD2AEB8-AAEF-42BB-A3B7-92AB4F3F36B4}" srcOrd="0" destOrd="0" presId="urn:microsoft.com/office/officeart/2009/layout/CirclePictureHierarchy"/>
    <dgm:cxn modelId="{BAA75349-80E6-4FE2-9FBB-CF3C09E04963}" type="presParOf" srcId="{A5D6873F-7E2A-46D5-931C-31D3314BD629}" destId="{69BD5674-17E3-4994-A7D0-621897280CE5}" srcOrd="1" destOrd="0" presId="urn:microsoft.com/office/officeart/2009/layout/CirclePictureHierarchy"/>
    <dgm:cxn modelId="{3C946F83-E77A-4087-84EE-28D83ED52ADD}" type="presParOf" srcId="{69BD5674-17E3-4994-A7D0-621897280CE5}" destId="{B0827AD0-D1D4-4AE3-812F-A4EC0CE0362B}" srcOrd="0" destOrd="0" presId="urn:microsoft.com/office/officeart/2009/layout/CirclePictureHierarchy"/>
    <dgm:cxn modelId="{65EF76B1-E46B-44B5-A3B8-276ADC29406D}" type="presParOf" srcId="{B0827AD0-D1D4-4AE3-812F-A4EC0CE0362B}" destId="{59E329C4-94F8-419B-BC47-B99614AC1758}" srcOrd="0" destOrd="0" presId="urn:microsoft.com/office/officeart/2009/layout/CirclePictureHierarchy"/>
    <dgm:cxn modelId="{28FB4FE6-1B09-4B2B-A381-B20258D199A8}" type="presParOf" srcId="{B0827AD0-D1D4-4AE3-812F-A4EC0CE0362B}" destId="{B25EB93A-DAEC-42B1-A798-3A74C1F3A892}" srcOrd="1" destOrd="0" presId="urn:microsoft.com/office/officeart/2009/layout/CirclePictureHierarchy"/>
    <dgm:cxn modelId="{751517F5-E4CA-4C12-B51E-0EEA71657378}" type="presParOf" srcId="{69BD5674-17E3-4994-A7D0-621897280CE5}" destId="{A4D4A60D-5FBD-41FE-82AD-3EDE63729D79}" srcOrd="1" destOrd="0" presId="urn:microsoft.com/office/officeart/2009/layout/CirclePictureHierarchy"/>
    <dgm:cxn modelId="{E9465EDD-33D0-459E-987D-E2EC54218462}" type="presParOf" srcId="{A4D4A60D-5FBD-41FE-82AD-3EDE63729D79}" destId="{E0A29182-9B9B-4B08-9643-AE9518C2F568}" srcOrd="0" destOrd="0" presId="urn:microsoft.com/office/officeart/2009/layout/CirclePictureHierarchy"/>
    <dgm:cxn modelId="{11C1B8B9-B80C-4DE0-9CDC-218D505123DA}" type="presParOf" srcId="{A4D4A60D-5FBD-41FE-82AD-3EDE63729D79}" destId="{303BCF75-8E3E-44F5-B046-BC543A69EC66}" srcOrd="1" destOrd="0" presId="urn:microsoft.com/office/officeart/2009/layout/CirclePictureHierarchy"/>
    <dgm:cxn modelId="{26BD0F84-FBD7-4541-A933-95165D844C38}" type="presParOf" srcId="{303BCF75-8E3E-44F5-B046-BC543A69EC66}" destId="{F0ED9B75-1C59-42DF-9EC0-2E037743D41E}" srcOrd="0" destOrd="0" presId="urn:microsoft.com/office/officeart/2009/layout/CirclePictureHierarchy"/>
    <dgm:cxn modelId="{ADCF90EB-42AA-40C7-8D63-16A996EC3FE9}" type="presParOf" srcId="{F0ED9B75-1C59-42DF-9EC0-2E037743D41E}" destId="{75E7DEA4-93A1-4C15-AB24-D510CA6AD042}" srcOrd="0" destOrd="0" presId="urn:microsoft.com/office/officeart/2009/layout/CirclePictureHierarchy"/>
    <dgm:cxn modelId="{A4E028B0-E3F8-4C1B-AF85-675D3B19DB62}" type="presParOf" srcId="{F0ED9B75-1C59-42DF-9EC0-2E037743D41E}" destId="{E84647BC-2FE6-40D5-977E-3AF932A39CB9}" srcOrd="1" destOrd="0" presId="urn:microsoft.com/office/officeart/2009/layout/CirclePictureHierarchy"/>
    <dgm:cxn modelId="{6A9E7135-EFD8-4101-98AA-87045047F5D2}" type="presParOf" srcId="{303BCF75-8E3E-44F5-B046-BC543A69EC66}" destId="{9A7CE1B2-1740-4793-833A-A4CB9924C201}" srcOrd="1" destOrd="0" presId="urn:microsoft.com/office/officeart/2009/layout/CirclePictureHierarchy"/>
    <dgm:cxn modelId="{C619820E-9AC7-48AB-8253-37E5EF08C7EA}" type="presParOf" srcId="{9A7CE1B2-1740-4793-833A-A4CB9924C201}" destId="{A78CB080-903E-4C7A-8543-389F3333D5D8}" srcOrd="0" destOrd="0" presId="urn:microsoft.com/office/officeart/2009/layout/CirclePictureHierarchy"/>
    <dgm:cxn modelId="{FDCB16AE-4A05-4D06-B16E-B4D8D3FC51C4}" type="presParOf" srcId="{9A7CE1B2-1740-4793-833A-A4CB9924C201}" destId="{CFED2C9E-7702-427A-A12D-481A900E9AFD}" srcOrd="1" destOrd="0" presId="urn:microsoft.com/office/officeart/2009/layout/CirclePictureHierarchy"/>
    <dgm:cxn modelId="{4EB4B382-04F7-4753-B604-05DB99DCAED1}" type="presParOf" srcId="{CFED2C9E-7702-427A-A12D-481A900E9AFD}" destId="{7774F635-D578-4A5A-A7EC-8DFDE3F54F17}" srcOrd="0" destOrd="0" presId="urn:microsoft.com/office/officeart/2009/layout/CirclePictureHierarchy"/>
    <dgm:cxn modelId="{D4A6CA29-965B-407C-8090-F2D7325BF576}" type="presParOf" srcId="{7774F635-D578-4A5A-A7EC-8DFDE3F54F17}" destId="{D5BF3127-BB62-4E57-AC21-99516E2769D2}" srcOrd="0" destOrd="0" presId="urn:microsoft.com/office/officeart/2009/layout/CirclePictureHierarchy"/>
    <dgm:cxn modelId="{8987C614-614B-4774-B91E-55519549FBDA}" type="presParOf" srcId="{7774F635-D578-4A5A-A7EC-8DFDE3F54F17}" destId="{90E1EFBC-8325-44CE-9CD6-96B32F321BED}" srcOrd="1" destOrd="0" presId="urn:microsoft.com/office/officeart/2009/layout/CirclePictureHierarchy"/>
    <dgm:cxn modelId="{B7B2583A-FEC7-4A5C-AA18-BDF841AAD24B}" type="presParOf" srcId="{CFED2C9E-7702-427A-A12D-481A900E9AFD}" destId="{A7B964A9-3EF6-48BB-806B-AB81AD882A7A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9E18D8-A0BC-42D3-A788-0D66EC89EC1F}">
      <dsp:nvSpPr>
        <dsp:cNvPr id="0" name=""/>
        <dsp:cNvSpPr/>
      </dsp:nvSpPr>
      <dsp:spPr>
        <a:xfrm>
          <a:off x="8049930" y="2916186"/>
          <a:ext cx="91440" cy="2913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133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057B34-AF4D-495C-B3B1-CE28330FC4BD}">
      <dsp:nvSpPr>
        <dsp:cNvPr id="0" name=""/>
        <dsp:cNvSpPr/>
      </dsp:nvSpPr>
      <dsp:spPr>
        <a:xfrm>
          <a:off x="8049930" y="1699964"/>
          <a:ext cx="91440" cy="2913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133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8CB080-903E-4C7A-8543-389F3333D5D8}">
      <dsp:nvSpPr>
        <dsp:cNvPr id="0" name=""/>
        <dsp:cNvSpPr/>
      </dsp:nvSpPr>
      <dsp:spPr>
        <a:xfrm>
          <a:off x="5506499" y="4132409"/>
          <a:ext cx="91440" cy="2913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133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A29182-9B9B-4B08-9643-AE9518C2F568}">
      <dsp:nvSpPr>
        <dsp:cNvPr id="0" name=""/>
        <dsp:cNvSpPr/>
      </dsp:nvSpPr>
      <dsp:spPr>
        <a:xfrm>
          <a:off x="5506499" y="2916186"/>
          <a:ext cx="91440" cy="2913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133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D2AEB8-AAEF-42BB-A3B7-92AB4F3F36B4}">
      <dsp:nvSpPr>
        <dsp:cNvPr id="0" name=""/>
        <dsp:cNvSpPr/>
      </dsp:nvSpPr>
      <dsp:spPr>
        <a:xfrm>
          <a:off x="5506499" y="1699964"/>
          <a:ext cx="91440" cy="2913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133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0112E5-38BF-4555-A70C-BBF0869B6DA5}">
      <dsp:nvSpPr>
        <dsp:cNvPr id="0" name=""/>
        <dsp:cNvSpPr/>
      </dsp:nvSpPr>
      <dsp:spPr>
        <a:xfrm>
          <a:off x="2963067" y="2916186"/>
          <a:ext cx="91440" cy="2913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133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E467E9-9141-41A5-90B8-31DDE88A50C7}">
      <dsp:nvSpPr>
        <dsp:cNvPr id="0" name=""/>
        <dsp:cNvSpPr/>
      </dsp:nvSpPr>
      <dsp:spPr>
        <a:xfrm>
          <a:off x="2963067" y="1699964"/>
          <a:ext cx="91440" cy="2913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133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D149A3-88BF-48EC-8F48-1E505CD70213}">
      <dsp:nvSpPr>
        <dsp:cNvPr id="0" name=""/>
        <dsp:cNvSpPr/>
      </dsp:nvSpPr>
      <dsp:spPr>
        <a:xfrm>
          <a:off x="419636" y="2916186"/>
          <a:ext cx="91440" cy="2913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133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DEF0D8-2748-4450-B86D-18F0C448CFC8}">
      <dsp:nvSpPr>
        <dsp:cNvPr id="0" name=""/>
        <dsp:cNvSpPr/>
      </dsp:nvSpPr>
      <dsp:spPr>
        <a:xfrm>
          <a:off x="419636" y="1699964"/>
          <a:ext cx="91440" cy="2913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133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39F2F3-259E-4834-8FC5-9AE8DCD9328D}">
      <dsp:nvSpPr>
        <dsp:cNvPr id="0" name=""/>
        <dsp:cNvSpPr/>
      </dsp:nvSpPr>
      <dsp:spPr>
        <a:xfrm>
          <a:off x="2914" y="775080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758BAF-E0A6-4566-BE35-D5EF7399C2D6}">
      <dsp:nvSpPr>
        <dsp:cNvPr id="0" name=""/>
        <dsp:cNvSpPr/>
      </dsp:nvSpPr>
      <dsp:spPr>
        <a:xfrm>
          <a:off x="927798" y="772767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DIPLOMA TEKNOLOGI KEJURUTERAAN GAS (DGS)</a:t>
          </a:r>
          <a:endParaRPr lang="en-MY" sz="1000" kern="1200" dirty="0"/>
        </a:p>
      </dsp:txBody>
      <dsp:txXfrm>
        <a:off x="927798" y="772767"/>
        <a:ext cx="1387326" cy="924884"/>
      </dsp:txXfrm>
    </dsp:sp>
    <dsp:sp modelId="{D4D12587-D48F-4488-842D-97A8A37F55F9}">
      <dsp:nvSpPr>
        <dsp:cNvPr id="0" name=""/>
        <dsp:cNvSpPr/>
      </dsp:nvSpPr>
      <dsp:spPr>
        <a:xfrm>
          <a:off x="2914" y="1991302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6882E0-9628-4EA5-A851-B65C389E8EA1}">
      <dsp:nvSpPr>
        <dsp:cNvPr id="0" name=""/>
        <dsp:cNvSpPr/>
      </dsp:nvSpPr>
      <dsp:spPr>
        <a:xfrm>
          <a:off x="927798" y="1988990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000" kern="1200" dirty="0"/>
            <a:t>KETUA PROGRAM		</a:t>
          </a:r>
        </a:p>
      </dsp:txBody>
      <dsp:txXfrm>
        <a:off x="927798" y="1988990"/>
        <a:ext cx="1387326" cy="924884"/>
      </dsp:txXfrm>
    </dsp:sp>
    <dsp:sp modelId="{D56BCE72-75DC-4E51-BC6F-F88CAC5C84F5}">
      <dsp:nvSpPr>
        <dsp:cNvPr id="0" name=""/>
        <dsp:cNvSpPr/>
      </dsp:nvSpPr>
      <dsp:spPr>
        <a:xfrm>
          <a:off x="2914" y="3207525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D8B89B-3EB0-41C3-8354-3874BD533A3A}">
      <dsp:nvSpPr>
        <dsp:cNvPr id="0" name=""/>
        <dsp:cNvSpPr/>
      </dsp:nvSpPr>
      <dsp:spPr>
        <a:xfrm>
          <a:off x="927798" y="3205213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000" kern="1200" dirty="0"/>
            <a:t>PENSYARAH</a:t>
          </a:r>
        </a:p>
      </dsp:txBody>
      <dsp:txXfrm>
        <a:off x="927798" y="3205213"/>
        <a:ext cx="1387326" cy="924884"/>
      </dsp:txXfrm>
    </dsp:sp>
    <dsp:sp modelId="{2D5561A6-3003-414D-9CB0-CF368EE87E0B}">
      <dsp:nvSpPr>
        <dsp:cNvPr id="0" name=""/>
        <dsp:cNvSpPr/>
      </dsp:nvSpPr>
      <dsp:spPr>
        <a:xfrm>
          <a:off x="2546345" y="775080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05EFA7-BCD8-4508-AB47-6289F6F967FE}">
      <dsp:nvSpPr>
        <dsp:cNvPr id="0" name=""/>
        <dsp:cNvSpPr/>
      </dsp:nvSpPr>
      <dsp:spPr>
        <a:xfrm>
          <a:off x="3471229" y="772767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DIPLOMA TEKNOLOGI KEJURUTERAAN PENYAMANAN UDARA DAN PENYEJUKAN (DPP) </a:t>
          </a:r>
          <a:endParaRPr lang="en-MY" sz="1000" kern="1200" dirty="0"/>
        </a:p>
      </dsp:txBody>
      <dsp:txXfrm>
        <a:off x="3471229" y="772767"/>
        <a:ext cx="1387326" cy="924884"/>
      </dsp:txXfrm>
    </dsp:sp>
    <dsp:sp modelId="{A22D1742-CEF5-4380-954B-0F319BD3F447}">
      <dsp:nvSpPr>
        <dsp:cNvPr id="0" name=""/>
        <dsp:cNvSpPr/>
      </dsp:nvSpPr>
      <dsp:spPr>
        <a:xfrm>
          <a:off x="2546345" y="1991302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CCF63D-3BC3-4876-84B3-F7468938945B}">
      <dsp:nvSpPr>
        <dsp:cNvPr id="0" name=""/>
        <dsp:cNvSpPr/>
      </dsp:nvSpPr>
      <dsp:spPr>
        <a:xfrm>
          <a:off x="3471229" y="1988990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000" kern="1200" dirty="0"/>
            <a:t>KETUA PROGRAM</a:t>
          </a:r>
        </a:p>
      </dsp:txBody>
      <dsp:txXfrm>
        <a:off x="3471229" y="1988990"/>
        <a:ext cx="1387326" cy="924884"/>
      </dsp:txXfrm>
    </dsp:sp>
    <dsp:sp modelId="{7948AB32-2768-460D-8FFD-9C2001C0EF86}">
      <dsp:nvSpPr>
        <dsp:cNvPr id="0" name=""/>
        <dsp:cNvSpPr/>
      </dsp:nvSpPr>
      <dsp:spPr>
        <a:xfrm>
          <a:off x="2546345" y="3207525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10EC74-F6D6-44E1-B166-7CAF290759C0}">
      <dsp:nvSpPr>
        <dsp:cNvPr id="0" name=""/>
        <dsp:cNvSpPr/>
      </dsp:nvSpPr>
      <dsp:spPr>
        <a:xfrm>
          <a:off x="3471229" y="3205213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000" kern="1200"/>
            <a:t>PENSYARAH</a:t>
          </a:r>
          <a:endParaRPr lang="en-MY" sz="1000" kern="1200" dirty="0"/>
        </a:p>
      </dsp:txBody>
      <dsp:txXfrm>
        <a:off x="3471229" y="3205213"/>
        <a:ext cx="1387326" cy="924884"/>
      </dsp:txXfrm>
    </dsp:sp>
    <dsp:sp modelId="{52EF77FB-2AFF-473C-B3A6-E04E9356DCEC}">
      <dsp:nvSpPr>
        <dsp:cNvPr id="0" name=""/>
        <dsp:cNvSpPr/>
      </dsp:nvSpPr>
      <dsp:spPr>
        <a:xfrm>
          <a:off x="5089777" y="775080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153D4C-47C9-4655-9A6A-E1F924A2B7F9}">
      <dsp:nvSpPr>
        <dsp:cNvPr id="0" name=""/>
        <dsp:cNvSpPr/>
      </dsp:nvSpPr>
      <dsp:spPr>
        <a:xfrm>
          <a:off x="6014661" y="772767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DIPLOMA TEKNOLOGI KEJURUTERAAN ELEKTRIK (DOMESTIK INDUSTRI) (DED)</a:t>
          </a:r>
          <a:endParaRPr lang="en-MY" sz="1000" kern="1200" dirty="0"/>
        </a:p>
      </dsp:txBody>
      <dsp:txXfrm>
        <a:off x="6014661" y="772767"/>
        <a:ext cx="1387326" cy="924884"/>
      </dsp:txXfrm>
    </dsp:sp>
    <dsp:sp modelId="{59E329C4-94F8-419B-BC47-B99614AC1758}">
      <dsp:nvSpPr>
        <dsp:cNvPr id="0" name=""/>
        <dsp:cNvSpPr/>
      </dsp:nvSpPr>
      <dsp:spPr>
        <a:xfrm>
          <a:off x="5089777" y="1991302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5EB93A-DAEC-42B1-A798-3A74C1F3A892}">
      <dsp:nvSpPr>
        <dsp:cNvPr id="0" name=""/>
        <dsp:cNvSpPr/>
      </dsp:nvSpPr>
      <dsp:spPr>
        <a:xfrm>
          <a:off x="6014661" y="1988990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000" kern="1200" dirty="0"/>
            <a:t>KETUA JABATAN ELEKTRIK</a:t>
          </a:r>
        </a:p>
      </dsp:txBody>
      <dsp:txXfrm>
        <a:off x="6014661" y="1988990"/>
        <a:ext cx="1387326" cy="924884"/>
      </dsp:txXfrm>
    </dsp:sp>
    <dsp:sp modelId="{75E7DEA4-93A1-4C15-AB24-D510CA6AD042}">
      <dsp:nvSpPr>
        <dsp:cNvPr id="0" name=""/>
        <dsp:cNvSpPr/>
      </dsp:nvSpPr>
      <dsp:spPr>
        <a:xfrm>
          <a:off x="5089777" y="3207525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4647BC-2FE6-40D5-977E-3AF932A39CB9}">
      <dsp:nvSpPr>
        <dsp:cNvPr id="0" name=""/>
        <dsp:cNvSpPr/>
      </dsp:nvSpPr>
      <dsp:spPr>
        <a:xfrm>
          <a:off x="6014661" y="3205213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000" kern="1200" dirty="0"/>
            <a:t>KETUA PROGRAM</a:t>
          </a:r>
        </a:p>
      </dsp:txBody>
      <dsp:txXfrm>
        <a:off x="6014661" y="3205213"/>
        <a:ext cx="1387326" cy="924884"/>
      </dsp:txXfrm>
    </dsp:sp>
    <dsp:sp modelId="{D5BF3127-BB62-4E57-AC21-99516E2769D2}">
      <dsp:nvSpPr>
        <dsp:cNvPr id="0" name=""/>
        <dsp:cNvSpPr/>
      </dsp:nvSpPr>
      <dsp:spPr>
        <a:xfrm>
          <a:off x="5089777" y="4423747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E1EFBC-8325-44CE-9CD6-96B32F321BED}">
      <dsp:nvSpPr>
        <dsp:cNvPr id="0" name=""/>
        <dsp:cNvSpPr/>
      </dsp:nvSpPr>
      <dsp:spPr>
        <a:xfrm>
          <a:off x="6014661" y="4421435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000" kern="1200" dirty="0"/>
            <a:t>PENSYARAH</a:t>
          </a:r>
        </a:p>
      </dsp:txBody>
      <dsp:txXfrm>
        <a:off x="6014661" y="4421435"/>
        <a:ext cx="1387326" cy="924884"/>
      </dsp:txXfrm>
    </dsp:sp>
    <dsp:sp modelId="{F72BC338-E3CB-4D24-8403-3FA917A46769}">
      <dsp:nvSpPr>
        <dsp:cNvPr id="0" name=""/>
        <dsp:cNvSpPr/>
      </dsp:nvSpPr>
      <dsp:spPr>
        <a:xfrm>
          <a:off x="7633208" y="775080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5EA566-01D9-4E78-8EF1-8FF323F06D96}">
      <dsp:nvSpPr>
        <dsp:cNvPr id="0" name=""/>
        <dsp:cNvSpPr/>
      </dsp:nvSpPr>
      <dsp:spPr>
        <a:xfrm>
          <a:off x="8558092" y="772767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DIPLOMA TEKNOLOGI PEMBUATAN ELEKTRONIK (DEK)</a:t>
          </a:r>
          <a:endParaRPr lang="en-MY" sz="1000" kern="1200" dirty="0"/>
        </a:p>
      </dsp:txBody>
      <dsp:txXfrm>
        <a:off x="8558092" y="772767"/>
        <a:ext cx="1387326" cy="924884"/>
      </dsp:txXfrm>
    </dsp:sp>
    <dsp:sp modelId="{242BFE63-5070-4A68-BC9B-85514CB2A17A}">
      <dsp:nvSpPr>
        <dsp:cNvPr id="0" name=""/>
        <dsp:cNvSpPr/>
      </dsp:nvSpPr>
      <dsp:spPr>
        <a:xfrm>
          <a:off x="7633208" y="1991302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7B2D93-3AB9-4136-AA52-C166188C6209}">
      <dsp:nvSpPr>
        <dsp:cNvPr id="0" name=""/>
        <dsp:cNvSpPr/>
      </dsp:nvSpPr>
      <dsp:spPr>
        <a:xfrm>
          <a:off x="8558092" y="1988990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000" kern="1200" dirty="0"/>
            <a:t>KETUA PROGRAM</a:t>
          </a:r>
        </a:p>
      </dsp:txBody>
      <dsp:txXfrm>
        <a:off x="8558092" y="1988990"/>
        <a:ext cx="1387326" cy="924884"/>
      </dsp:txXfrm>
    </dsp:sp>
    <dsp:sp modelId="{04E25CA5-335F-4DF6-9A54-74AE00A8B729}">
      <dsp:nvSpPr>
        <dsp:cNvPr id="0" name=""/>
        <dsp:cNvSpPr/>
      </dsp:nvSpPr>
      <dsp:spPr>
        <a:xfrm>
          <a:off x="7633208" y="3207525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305ECC-86B3-41ED-867D-002B27A7D08A}">
      <dsp:nvSpPr>
        <dsp:cNvPr id="0" name=""/>
        <dsp:cNvSpPr/>
      </dsp:nvSpPr>
      <dsp:spPr>
        <a:xfrm>
          <a:off x="8558092" y="3205213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000" kern="1200" dirty="0"/>
            <a:t>PENSYARAH</a:t>
          </a:r>
        </a:p>
      </dsp:txBody>
      <dsp:txXfrm>
        <a:off x="8558092" y="3205213"/>
        <a:ext cx="1387326" cy="9248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4A6AD8-FE27-4BC4-8F3C-E82127A6525B}">
      <dsp:nvSpPr>
        <dsp:cNvPr id="0" name=""/>
        <dsp:cNvSpPr/>
      </dsp:nvSpPr>
      <dsp:spPr>
        <a:xfrm>
          <a:off x="8049930" y="2916186"/>
          <a:ext cx="91440" cy="2913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133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88F49F-64C2-4C31-879C-054FE98D61FF}">
      <dsp:nvSpPr>
        <dsp:cNvPr id="0" name=""/>
        <dsp:cNvSpPr/>
      </dsp:nvSpPr>
      <dsp:spPr>
        <a:xfrm>
          <a:off x="8049930" y="1699964"/>
          <a:ext cx="91440" cy="2913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133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1EFE0E-B688-405A-A3D7-5B768AA1CEF2}">
      <dsp:nvSpPr>
        <dsp:cNvPr id="0" name=""/>
        <dsp:cNvSpPr/>
      </dsp:nvSpPr>
      <dsp:spPr>
        <a:xfrm>
          <a:off x="5506499" y="4132409"/>
          <a:ext cx="91440" cy="2913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133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9E18D8-A0BC-42D3-A788-0D66EC89EC1F}">
      <dsp:nvSpPr>
        <dsp:cNvPr id="0" name=""/>
        <dsp:cNvSpPr/>
      </dsp:nvSpPr>
      <dsp:spPr>
        <a:xfrm>
          <a:off x="5506499" y="2916186"/>
          <a:ext cx="91440" cy="2913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133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057B34-AF4D-495C-B3B1-CE28330FC4BD}">
      <dsp:nvSpPr>
        <dsp:cNvPr id="0" name=""/>
        <dsp:cNvSpPr/>
      </dsp:nvSpPr>
      <dsp:spPr>
        <a:xfrm>
          <a:off x="5506499" y="1699964"/>
          <a:ext cx="91440" cy="2913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133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8CB080-903E-4C7A-8543-389F3333D5D8}">
      <dsp:nvSpPr>
        <dsp:cNvPr id="0" name=""/>
        <dsp:cNvSpPr/>
      </dsp:nvSpPr>
      <dsp:spPr>
        <a:xfrm>
          <a:off x="2963067" y="4132409"/>
          <a:ext cx="91440" cy="2913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133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A29182-9B9B-4B08-9643-AE9518C2F568}">
      <dsp:nvSpPr>
        <dsp:cNvPr id="0" name=""/>
        <dsp:cNvSpPr/>
      </dsp:nvSpPr>
      <dsp:spPr>
        <a:xfrm>
          <a:off x="2963067" y="2916186"/>
          <a:ext cx="91440" cy="2913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133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D2AEB8-AAEF-42BB-A3B7-92AB4F3F36B4}">
      <dsp:nvSpPr>
        <dsp:cNvPr id="0" name=""/>
        <dsp:cNvSpPr/>
      </dsp:nvSpPr>
      <dsp:spPr>
        <a:xfrm>
          <a:off x="2963067" y="1699964"/>
          <a:ext cx="91440" cy="2913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133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2B66F1-D5D2-4EA4-AF78-E5E0145BADD0}">
      <dsp:nvSpPr>
        <dsp:cNvPr id="0" name=""/>
        <dsp:cNvSpPr/>
      </dsp:nvSpPr>
      <dsp:spPr>
        <a:xfrm>
          <a:off x="419636" y="4132409"/>
          <a:ext cx="91440" cy="2913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133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0112E5-38BF-4555-A70C-BBF0869B6DA5}">
      <dsp:nvSpPr>
        <dsp:cNvPr id="0" name=""/>
        <dsp:cNvSpPr/>
      </dsp:nvSpPr>
      <dsp:spPr>
        <a:xfrm>
          <a:off x="419636" y="2916186"/>
          <a:ext cx="91440" cy="2913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133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E467E9-9141-41A5-90B8-31DDE88A50C7}">
      <dsp:nvSpPr>
        <dsp:cNvPr id="0" name=""/>
        <dsp:cNvSpPr/>
      </dsp:nvSpPr>
      <dsp:spPr>
        <a:xfrm>
          <a:off x="419636" y="1699964"/>
          <a:ext cx="91440" cy="2913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133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5561A6-3003-414D-9CB0-CF368EE87E0B}">
      <dsp:nvSpPr>
        <dsp:cNvPr id="0" name=""/>
        <dsp:cNvSpPr/>
      </dsp:nvSpPr>
      <dsp:spPr>
        <a:xfrm>
          <a:off x="2914" y="775080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05EFA7-BCD8-4508-AB47-6289F6F967FE}">
      <dsp:nvSpPr>
        <dsp:cNvPr id="0" name=""/>
        <dsp:cNvSpPr/>
      </dsp:nvSpPr>
      <dsp:spPr>
        <a:xfrm>
          <a:off x="927798" y="772767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DIPLOMA KOMPETENSI ELEKTRIK (KUASA) (DCP)</a:t>
          </a:r>
          <a:endParaRPr lang="en-MY" sz="1100" kern="1200" dirty="0"/>
        </a:p>
      </dsp:txBody>
      <dsp:txXfrm>
        <a:off x="927798" y="772767"/>
        <a:ext cx="1387326" cy="924884"/>
      </dsp:txXfrm>
    </dsp:sp>
    <dsp:sp modelId="{A22D1742-CEF5-4380-954B-0F319BD3F447}">
      <dsp:nvSpPr>
        <dsp:cNvPr id="0" name=""/>
        <dsp:cNvSpPr/>
      </dsp:nvSpPr>
      <dsp:spPr>
        <a:xfrm>
          <a:off x="2914" y="1991302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CCF63D-3BC3-4876-84B3-F7468938945B}">
      <dsp:nvSpPr>
        <dsp:cNvPr id="0" name=""/>
        <dsp:cNvSpPr/>
      </dsp:nvSpPr>
      <dsp:spPr>
        <a:xfrm>
          <a:off x="927798" y="1988990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100" kern="1200" dirty="0"/>
            <a:t>KETUA JABATAN ELEKTRIK</a:t>
          </a:r>
        </a:p>
      </dsp:txBody>
      <dsp:txXfrm>
        <a:off x="927798" y="1988990"/>
        <a:ext cx="1387326" cy="924884"/>
      </dsp:txXfrm>
    </dsp:sp>
    <dsp:sp modelId="{7948AB32-2768-460D-8FFD-9C2001C0EF86}">
      <dsp:nvSpPr>
        <dsp:cNvPr id="0" name=""/>
        <dsp:cNvSpPr/>
      </dsp:nvSpPr>
      <dsp:spPr>
        <a:xfrm>
          <a:off x="2914" y="3207525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10EC74-F6D6-44E1-B166-7CAF290759C0}">
      <dsp:nvSpPr>
        <dsp:cNvPr id="0" name=""/>
        <dsp:cNvSpPr/>
      </dsp:nvSpPr>
      <dsp:spPr>
        <a:xfrm>
          <a:off x="927798" y="3205213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100" kern="1200" dirty="0"/>
            <a:t>KETUA PROGRAM</a:t>
          </a:r>
        </a:p>
      </dsp:txBody>
      <dsp:txXfrm>
        <a:off x="927798" y="3205213"/>
        <a:ext cx="1387326" cy="924884"/>
      </dsp:txXfrm>
    </dsp:sp>
    <dsp:sp modelId="{20C88714-F21A-4301-86CC-7DD8C9ECBA73}">
      <dsp:nvSpPr>
        <dsp:cNvPr id="0" name=""/>
        <dsp:cNvSpPr/>
      </dsp:nvSpPr>
      <dsp:spPr>
        <a:xfrm>
          <a:off x="2914" y="4423747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B9AAF9-6F52-4A03-B165-11CC1C0EF2D6}">
      <dsp:nvSpPr>
        <dsp:cNvPr id="0" name=""/>
        <dsp:cNvSpPr/>
      </dsp:nvSpPr>
      <dsp:spPr>
        <a:xfrm>
          <a:off x="927798" y="4421435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100" kern="1200" dirty="0"/>
            <a:t>PENSYARAH</a:t>
          </a:r>
        </a:p>
      </dsp:txBody>
      <dsp:txXfrm>
        <a:off x="927798" y="4421435"/>
        <a:ext cx="1387326" cy="924884"/>
      </dsp:txXfrm>
    </dsp:sp>
    <dsp:sp modelId="{52EF77FB-2AFF-473C-B3A6-E04E9356DCEC}">
      <dsp:nvSpPr>
        <dsp:cNvPr id="0" name=""/>
        <dsp:cNvSpPr/>
      </dsp:nvSpPr>
      <dsp:spPr>
        <a:xfrm>
          <a:off x="2546345" y="775080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153D4C-47C9-4655-9A6A-E1F924A2B7F9}">
      <dsp:nvSpPr>
        <dsp:cNvPr id="0" name=""/>
        <dsp:cNvSpPr/>
      </dsp:nvSpPr>
      <dsp:spPr>
        <a:xfrm>
          <a:off x="3471229" y="772767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DIPLOMA LANJUTAN KOMPETENSI ELEKTRIK (PENJANAAN) (DCB) </a:t>
          </a:r>
          <a:endParaRPr lang="en-MY" sz="1100" kern="1200" dirty="0"/>
        </a:p>
      </dsp:txBody>
      <dsp:txXfrm>
        <a:off x="3471229" y="772767"/>
        <a:ext cx="1387326" cy="924884"/>
      </dsp:txXfrm>
    </dsp:sp>
    <dsp:sp modelId="{59E329C4-94F8-419B-BC47-B99614AC1758}">
      <dsp:nvSpPr>
        <dsp:cNvPr id="0" name=""/>
        <dsp:cNvSpPr/>
      </dsp:nvSpPr>
      <dsp:spPr>
        <a:xfrm>
          <a:off x="2546345" y="1991302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5EB93A-DAEC-42B1-A798-3A74C1F3A892}">
      <dsp:nvSpPr>
        <dsp:cNvPr id="0" name=""/>
        <dsp:cNvSpPr/>
      </dsp:nvSpPr>
      <dsp:spPr>
        <a:xfrm>
          <a:off x="3471229" y="1988990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100" kern="1200" dirty="0"/>
            <a:t>KETUA JABATAN ELEKTRIK</a:t>
          </a:r>
        </a:p>
      </dsp:txBody>
      <dsp:txXfrm>
        <a:off x="3471229" y="1988990"/>
        <a:ext cx="1387326" cy="924884"/>
      </dsp:txXfrm>
    </dsp:sp>
    <dsp:sp modelId="{75E7DEA4-93A1-4C15-AB24-D510CA6AD042}">
      <dsp:nvSpPr>
        <dsp:cNvPr id="0" name=""/>
        <dsp:cNvSpPr/>
      </dsp:nvSpPr>
      <dsp:spPr>
        <a:xfrm>
          <a:off x="2546345" y="3207525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4647BC-2FE6-40D5-977E-3AF932A39CB9}">
      <dsp:nvSpPr>
        <dsp:cNvPr id="0" name=""/>
        <dsp:cNvSpPr/>
      </dsp:nvSpPr>
      <dsp:spPr>
        <a:xfrm>
          <a:off x="3471229" y="3205213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100" kern="1200" dirty="0"/>
            <a:t>KETUA PROGRAM</a:t>
          </a:r>
        </a:p>
      </dsp:txBody>
      <dsp:txXfrm>
        <a:off x="3471229" y="3205213"/>
        <a:ext cx="1387326" cy="924884"/>
      </dsp:txXfrm>
    </dsp:sp>
    <dsp:sp modelId="{D5BF3127-BB62-4E57-AC21-99516E2769D2}">
      <dsp:nvSpPr>
        <dsp:cNvPr id="0" name=""/>
        <dsp:cNvSpPr/>
      </dsp:nvSpPr>
      <dsp:spPr>
        <a:xfrm>
          <a:off x="2546345" y="4423747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E1EFBC-8325-44CE-9CD6-96B32F321BED}">
      <dsp:nvSpPr>
        <dsp:cNvPr id="0" name=""/>
        <dsp:cNvSpPr/>
      </dsp:nvSpPr>
      <dsp:spPr>
        <a:xfrm>
          <a:off x="3471229" y="4421435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100" kern="1200" dirty="0"/>
            <a:t>PENSYARAH</a:t>
          </a:r>
        </a:p>
      </dsp:txBody>
      <dsp:txXfrm>
        <a:off x="3471229" y="4421435"/>
        <a:ext cx="1387326" cy="924884"/>
      </dsp:txXfrm>
    </dsp:sp>
    <dsp:sp modelId="{F72BC338-E3CB-4D24-8403-3FA917A46769}">
      <dsp:nvSpPr>
        <dsp:cNvPr id="0" name=""/>
        <dsp:cNvSpPr/>
      </dsp:nvSpPr>
      <dsp:spPr>
        <a:xfrm>
          <a:off x="5089777" y="775080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5EA566-01D9-4E78-8EF1-8FF323F06D96}">
      <dsp:nvSpPr>
        <dsp:cNvPr id="0" name=""/>
        <dsp:cNvSpPr/>
      </dsp:nvSpPr>
      <dsp:spPr>
        <a:xfrm>
          <a:off x="6014661" y="772767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DIPLOMA KOMPETENSI KIMPALAN (ITW)</a:t>
          </a:r>
          <a:endParaRPr lang="en-MY" sz="1100" kern="1200" dirty="0"/>
        </a:p>
      </dsp:txBody>
      <dsp:txXfrm>
        <a:off x="6014661" y="772767"/>
        <a:ext cx="1387326" cy="924884"/>
      </dsp:txXfrm>
    </dsp:sp>
    <dsp:sp modelId="{242BFE63-5070-4A68-BC9B-85514CB2A17A}">
      <dsp:nvSpPr>
        <dsp:cNvPr id="0" name=""/>
        <dsp:cNvSpPr/>
      </dsp:nvSpPr>
      <dsp:spPr>
        <a:xfrm>
          <a:off x="5089777" y="1991302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7B2D93-3AB9-4136-AA52-C166188C6209}">
      <dsp:nvSpPr>
        <dsp:cNvPr id="0" name=""/>
        <dsp:cNvSpPr/>
      </dsp:nvSpPr>
      <dsp:spPr>
        <a:xfrm>
          <a:off x="6014661" y="1988990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100" kern="1200" dirty="0"/>
            <a:t>KETUA JABATAN MEKANIKAL</a:t>
          </a:r>
        </a:p>
      </dsp:txBody>
      <dsp:txXfrm>
        <a:off x="6014661" y="1988990"/>
        <a:ext cx="1387326" cy="924884"/>
      </dsp:txXfrm>
    </dsp:sp>
    <dsp:sp modelId="{04E25CA5-335F-4DF6-9A54-74AE00A8B729}">
      <dsp:nvSpPr>
        <dsp:cNvPr id="0" name=""/>
        <dsp:cNvSpPr/>
      </dsp:nvSpPr>
      <dsp:spPr>
        <a:xfrm>
          <a:off x="5089777" y="3207525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305ECC-86B3-41ED-867D-002B27A7D08A}">
      <dsp:nvSpPr>
        <dsp:cNvPr id="0" name=""/>
        <dsp:cNvSpPr/>
      </dsp:nvSpPr>
      <dsp:spPr>
        <a:xfrm>
          <a:off x="6014661" y="3205213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100" kern="1200" dirty="0"/>
            <a:t>KETUA PROGRAM</a:t>
          </a:r>
        </a:p>
      </dsp:txBody>
      <dsp:txXfrm>
        <a:off x="6014661" y="3205213"/>
        <a:ext cx="1387326" cy="924884"/>
      </dsp:txXfrm>
    </dsp:sp>
    <dsp:sp modelId="{7E6DB342-F96F-4A1D-AA61-9FDEEAE4D05B}">
      <dsp:nvSpPr>
        <dsp:cNvPr id="0" name=""/>
        <dsp:cNvSpPr/>
      </dsp:nvSpPr>
      <dsp:spPr>
        <a:xfrm>
          <a:off x="5089777" y="4423747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326C30-79A1-4C8A-B05C-C8BD33AFD2A6}">
      <dsp:nvSpPr>
        <dsp:cNvPr id="0" name=""/>
        <dsp:cNvSpPr/>
      </dsp:nvSpPr>
      <dsp:spPr>
        <a:xfrm>
          <a:off x="6014661" y="4421435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100" kern="1200"/>
            <a:t>PENSYARAH</a:t>
          </a:r>
          <a:endParaRPr lang="en-MY" sz="1100" kern="1200" dirty="0"/>
        </a:p>
      </dsp:txBody>
      <dsp:txXfrm>
        <a:off x="6014661" y="4421435"/>
        <a:ext cx="1387326" cy="924884"/>
      </dsp:txXfrm>
    </dsp:sp>
    <dsp:sp modelId="{F8BAF5E4-24F3-43F4-A39A-D19F3BFC1957}">
      <dsp:nvSpPr>
        <dsp:cNvPr id="0" name=""/>
        <dsp:cNvSpPr/>
      </dsp:nvSpPr>
      <dsp:spPr>
        <a:xfrm>
          <a:off x="7633208" y="775080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216BBA-65F9-4A2A-8582-9E27580E61D9}">
      <dsp:nvSpPr>
        <dsp:cNvPr id="0" name=""/>
        <dsp:cNvSpPr/>
      </dsp:nvSpPr>
      <dsp:spPr>
        <a:xfrm>
          <a:off x="8558092" y="772767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DIPLOMA TEKNOLOGI MEKATRONIK  (DGM)</a:t>
          </a:r>
          <a:endParaRPr lang="en-MY" sz="1100" kern="1200" dirty="0"/>
        </a:p>
      </dsp:txBody>
      <dsp:txXfrm>
        <a:off x="8558092" y="772767"/>
        <a:ext cx="1387326" cy="924884"/>
      </dsp:txXfrm>
    </dsp:sp>
    <dsp:sp modelId="{41A8274D-CC2F-411F-8461-3F8B2916B7B3}">
      <dsp:nvSpPr>
        <dsp:cNvPr id="0" name=""/>
        <dsp:cNvSpPr/>
      </dsp:nvSpPr>
      <dsp:spPr>
        <a:xfrm>
          <a:off x="7633208" y="1991302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570322-C67E-4651-8F64-6FAF5B806060}">
      <dsp:nvSpPr>
        <dsp:cNvPr id="0" name=""/>
        <dsp:cNvSpPr/>
      </dsp:nvSpPr>
      <dsp:spPr>
        <a:xfrm>
          <a:off x="8558092" y="1988990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100" kern="1200" dirty="0"/>
            <a:t>KETUA PROGRAM</a:t>
          </a:r>
        </a:p>
      </dsp:txBody>
      <dsp:txXfrm>
        <a:off x="8558092" y="1988990"/>
        <a:ext cx="1387326" cy="924884"/>
      </dsp:txXfrm>
    </dsp:sp>
    <dsp:sp modelId="{72B74161-7D10-498D-9728-342C493EB637}">
      <dsp:nvSpPr>
        <dsp:cNvPr id="0" name=""/>
        <dsp:cNvSpPr/>
      </dsp:nvSpPr>
      <dsp:spPr>
        <a:xfrm>
          <a:off x="7633208" y="3207525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C098CF-18F1-4592-8960-4179D8AB91EF}">
      <dsp:nvSpPr>
        <dsp:cNvPr id="0" name=""/>
        <dsp:cNvSpPr/>
      </dsp:nvSpPr>
      <dsp:spPr>
        <a:xfrm>
          <a:off x="8558092" y="3205213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100" kern="1200"/>
            <a:t>PENSYARAH</a:t>
          </a:r>
          <a:endParaRPr lang="en-MY" sz="1100" kern="1200" dirty="0"/>
        </a:p>
      </dsp:txBody>
      <dsp:txXfrm>
        <a:off x="8558092" y="3205213"/>
        <a:ext cx="1387326" cy="9248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4A6AD8-FE27-4BC4-8F3C-E82127A6525B}">
      <dsp:nvSpPr>
        <dsp:cNvPr id="0" name=""/>
        <dsp:cNvSpPr/>
      </dsp:nvSpPr>
      <dsp:spPr>
        <a:xfrm>
          <a:off x="8049930" y="2916186"/>
          <a:ext cx="91440" cy="2913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133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88F49F-64C2-4C31-879C-054FE98D61FF}">
      <dsp:nvSpPr>
        <dsp:cNvPr id="0" name=""/>
        <dsp:cNvSpPr/>
      </dsp:nvSpPr>
      <dsp:spPr>
        <a:xfrm>
          <a:off x="8049930" y="1699964"/>
          <a:ext cx="91440" cy="2913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133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1EFE0E-B688-405A-A3D7-5B768AA1CEF2}">
      <dsp:nvSpPr>
        <dsp:cNvPr id="0" name=""/>
        <dsp:cNvSpPr/>
      </dsp:nvSpPr>
      <dsp:spPr>
        <a:xfrm>
          <a:off x="5506499" y="4132409"/>
          <a:ext cx="91440" cy="2913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133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9E18D8-A0BC-42D3-A788-0D66EC89EC1F}">
      <dsp:nvSpPr>
        <dsp:cNvPr id="0" name=""/>
        <dsp:cNvSpPr/>
      </dsp:nvSpPr>
      <dsp:spPr>
        <a:xfrm>
          <a:off x="5506499" y="2916186"/>
          <a:ext cx="91440" cy="2913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133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057B34-AF4D-495C-B3B1-CE28330FC4BD}">
      <dsp:nvSpPr>
        <dsp:cNvPr id="0" name=""/>
        <dsp:cNvSpPr/>
      </dsp:nvSpPr>
      <dsp:spPr>
        <a:xfrm>
          <a:off x="5506499" y="1699964"/>
          <a:ext cx="91440" cy="2913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133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8CB080-903E-4C7A-8543-389F3333D5D8}">
      <dsp:nvSpPr>
        <dsp:cNvPr id="0" name=""/>
        <dsp:cNvSpPr/>
      </dsp:nvSpPr>
      <dsp:spPr>
        <a:xfrm>
          <a:off x="2963067" y="4132409"/>
          <a:ext cx="91440" cy="2913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133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A29182-9B9B-4B08-9643-AE9518C2F568}">
      <dsp:nvSpPr>
        <dsp:cNvPr id="0" name=""/>
        <dsp:cNvSpPr/>
      </dsp:nvSpPr>
      <dsp:spPr>
        <a:xfrm>
          <a:off x="2963067" y="2916186"/>
          <a:ext cx="91440" cy="2913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133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D2AEB8-AAEF-42BB-A3B7-92AB4F3F36B4}">
      <dsp:nvSpPr>
        <dsp:cNvPr id="0" name=""/>
        <dsp:cNvSpPr/>
      </dsp:nvSpPr>
      <dsp:spPr>
        <a:xfrm>
          <a:off x="2963067" y="1699964"/>
          <a:ext cx="91440" cy="2913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133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2B66F1-D5D2-4EA4-AF78-E5E0145BADD0}">
      <dsp:nvSpPr>
        <dsp:cNvPr id="0" name=""/>
        <dsp:cNvSpPr/>
      </dsp:nvSpPr>
      <dsp:spPr>
        <a:xfrm>
          <a:off x="419636" y="4132409"/>
          <a:ext cx="91440" cy="2913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133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0112E5-38BF-4555-A70C-BBF0869B6DA5}">
      <dsp:nvSpPr>
        <dsp:cNvPr id="0" name=""/>
        <dsp:cNvSpPr/>
      </dsp:nvSpPr>
      <dsp:spPr>
        <a:xfrm>
          <a:off x="419636" y="2916186"/>
          <a:ext cx="91440" cy="2913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133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E467E9-9141-41A5-90B8-31DDE88A50C7}">
      <dsp:nvSpPr>
        <dsp:cNvPr id="0" name=""/>
        <dsp:cNvSpPr/>
      </dsp:nvSpPr>
      <dsp:spPr>
        <a:xfrm>
          <a:off x="419636" y="1699964"/>
          <a:ext cx="91440" cy="2913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133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5561A6-3003-414D-9CB0-CF368EE87E0B}">
      <dsp:nvSpPr>
        <dsp:cNvPr id="0" name=""/>
        <dsp:cNvSpPr/>
      </dsp:nvSpPr>
      <dsp:spPr>
        <a:xfrm>
          <a:off x="2914" y="775080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05EFA7-BCD8-4508-AB47-6289F6F967FE}">
      <dsp:nvSpPr>
        <dsp:cNvPr id="0" name=""/>
        <dsp:cNvSpPr/>
      </dsp:nvSpPr>
      <dsp:spPr>
        <a:xfrm>
          <a:off x="927798" y="772767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DIPLOMA INDUSTRI SIAPAN LOGAM (IMF)</a:t>
          </a:r>
          <a:endParaRPr lang="en-MY" sz="1200" kern="1200" dirty="0"/>
        </a:p>
      </dsp:txBody>
      <dsp:txXfrm>
        <a:off x="927798" y="772767"/>
        <a:ext cx="1387326" cy="924884"/>
      </dsp:txXfrm>
    </dsp:sp>
    <dsp:sp modelId="{A22D1742-CEF5-4380-954B-0F319BD3F447}">
      <dsp:nvSpPr>
        <dsp:cNvPr id="0" name=""/>
        <dsp:cNvSpPr/>
      </dsp:nvSpPr>
      <dsp:spPr>
        <a:xfrm>
          <a:off x="2914" y="1991302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CCF63D-3BC3-4876-84B3-F7468938945B}">
      <dsp:nvSpPr>
        <dsp:cNvPr id="0" name=""/>
        <dsp:cNvSpPr/>
      </dsp:nvSpPr>
      <dsp:spPr>
        <a:xfrm>
          <a:off x="927798" y="1988990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200" kern="1200" dirty="0"/>
            <a:t>KETUA JABATAN AUTOMOTIF</a:t>
          </a:r>
        </a:p>
      </dsp:txBody>
      <dsp:txXfrm>
        <a:off x="927798" y="1988990"/>
        <a:ext cx="1387326" cy="924884"/>
      </dsp:txXfrm>
    </dsp:sp>
    <dsp:sp modelId="{7948AB32-2768-460D-8FFD-9C2001C0EF86}">
      <dsp:nvSpPr>
        <dsp:cNvPr id="0" name=""/>
        <dsp:cNvSpPr/>
      </dsp:nvSpPr>
      <dsp:spPr>
        <a:xfrm>
          <a:off x="2914" y="3207525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10EC74-F6D6-44E1-B166-7CAF290759C0}">
      <dsp:nvSpPr>
        <dsp:cNvPr id="0" name=""/>
        <dsp:cNvSpPr/>
      </dsp:nvSpPr>
      <dsp:spPr>
        <a:xfrm>
          <a:off x="927798" y="3205213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200" kern="1200" dirty="0"/>
            <a:t>KETUA PROGRAM</a:t>
          </a:r>
        </a:p>
      </dsp:txBody>
      <dsp:txXfrm>
        <a:off x="927798" y="3205213"/>
        <a:ext cx="1387326" cy="924884"/>
      </dsp:txXfrm>
    </dsp:sp>
    <dsp:sp modelId="{20C88714-F21A-4301-86CC-7DD8C9ECBA73}">
      <dsp:nvSpPr>
        <dsp:cNvPr id="0" name=""/>
        <dsp:cNvSpPr/>
      </dsp:nvSpPr>
      <dsp:spPr>
        <a:xfrm>
          <a:off x="2914" y="4423747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B9AAF9-6F52-4A03-B165-11CC1C0EF2D6}">
      <dsp:nvSpPr>
        <dsp:cNvPr id="0" name=""/>
        <dsp:cNvSpPr/>
      </dsp:nvSpPr>
      <dsp:spPr>
        <a:xfrm>
          <a:off x="927798" y="4421435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200" kern="1200" dirty="0"/>
            <a:t>PENSYARAH</a:t>
          </a:r>
        </a:p>
      </dsp:txBody>
      <dsp:txXfrm>
        <a:off x="927798" y="4421435"/>
        <a:ext cx="1387326" cy="924884"/>
      </dsp:txXfrm>
    </dsp:sp>
    <dsp:sp modelId="{52EF77FB-2AFF-473C-B3A6-E04E9356DCEC}">
      <dsp:nvSpPr>
        <dsp:cNvPr id="0" name=""/>
        <dsp:cNvSpPr/>
      </dsp:nvSpPr>
      <dsp:spPr>
        <a:xfrm>
          <a:off x="2546345" y="775080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153D4C-47C9-4655-9A6A-E1F924A2B7F9}">
      <dsp:nvSpPr>
        <dsp:cNvPr id="0" name=""/>
        <dsp:cNvSpPr/>
      </dsp:nvSpPr>
      <dsp:spPr>
        <a:xfrm>
          <a:off x="3471229" y="772767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SIJIL TEKNOLOGI KEJURUTERAAN LUKISAN DAN REKABENTUK (SLR) </a:t>
          </a:r>
          <a:endParaRPr lang="en-MY" sz="1200" kern="1200" dirty="0"/>
        </a:p>
      </dsp:txBody>
      <dsp:txXfrm>
        <a:off x="3471229" y="772767"/>
        <a:ext cx="1387326" cy="924884"/>
      </dsp:txXfrm>
    </dsp:sp>
    <dsp:sp modelId="{59E329C4-94F8-419B-BC47-B99614AC1758}">
      <dsp:nvSpPr>
        <dsp:cNvPr id="0" name=""/>
        <dsp:cNvSpPr/>
      </dsp:nvSpPr>
      <dsp:spPr>
        <a:xfrm>
          <a:off x="2546345" y="1991302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5EB93A-DAEC-42B1-A798-3A74C1F3A892}">
      <dsp:nvSpPr>
        <dsp:cNvPr id="0" name=""/>
        <dsp:cNvSpPr/>
      </dsp:nvSpPr>
      <dsp:spPr>
        <a:xfrm>
          <a:off x="3471229" y="1988990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200" kern="1200" dirty="0"/>
            <a:t>KETUA JABATAN MEKANIKAL </a:t>
          </a:r>
        </a:p>
      </dsp:txBody>
      <dsp:txXfrm>
        <a:off x="3471229" y="1988990"/>
        <a:ext cx="1387326" cy="924884"/>
      </dsp:txXfrm>
    </dsp:sp>
    <dsp:sp modelId="{75E7DEA4-93A1-4C15-AB24-D510CA6AD042}">
      <dsp:nvSpPr>
        <dsp:cNvPr id="0" name=""/>
        <dsp:cNvSpPr/>
      </dsp:nvSpPr>
      <dsp:spPr>
        <a:xfrm>
          <a:off x="2546345" y="3207525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4647BC-2FE6-40D5-977E-3AF932A39CB9}">
      <dsp:nvSpPr>
        <dsp:cNvPr id="0" name=""/>
        <dsp:cNvSpPr/>
      </dsp:nvSpPr>
      <dsp:spPr>
        <a:xfrm>
          <a:off x="3471229" y="3205213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200" kern="1200" dirty="0"/>
            <a:t>KETUA PROGRAM</a:t>
          </a:r>
        </a:p>
      </dsp:txBody>
      <dsp:txXfrm>
        <a:off x="3471229" y="3205213"/>
        <a:ext cx="1387326" cy="924884"/>
      </dsp:txXfrm>
    </dsp:sp>
    <dsp:sp modelId="{D5BF3127-BB62-4E57-AC21-99516E2769D2}">
      <dsp:nvSpPr>
        <dsp:cNvPr id="0" name=""/>
        <dsp:cNvSpPr/>
      </dsp:nvSpPr>
      <dsp:spPr>
        <a:xfrm>
          <a:off x="2546345" y="4423747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E1EFBC-8325-44CE-9CD6-96B32F321BED}">
      <dsp:nvSpPr>
        <dsp:cNvPr id="0" name=""/>
        <dsp:cNvSpPr/>
      </dsp:nvSpPr>
      <dsp:spPr>
        <a:xfrm>
          <a:off x="3471229" y="4421435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200" kern="1200" dirty="0"/>
            <a:t>PENSYARAH</a:t>
          </a:r>
        </a:p>
      </dsp:txBody>
      <dsp:txXfrm>
        <a:off x="3471229" y="4421435"/>
        <a:ext cx="1387326" cy="924884"/>
      </dsp:txXfrm>
    </dsp:sp>
    <dsp:sp modelId="{F72BC338-E3CB-4D24-8403-3FA917A46769}">
      <dsp:nvSpPr>
        <dsp:cNvPr id="0" name=""/>
        <dsp:cNvSpPr/>
      </dsp:nvSpPr>
      <dsp:spPr>
        <a:xfrm>
          <a:off x="5089777" y="775080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5EA566-01D9-4E78-8EF1-8FF323F06D96}">
      <dsp:nvSpPr>
        <dsp:cNvPr id="0" name=""/>
        <dsp:cNvSpPr/>
      </dsp:nvSpPr>
      <dsp:spPr>
        <a:xfrm>
          <a:off x="6014661" y="772767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SIJIL TEKNOLOGI KEJURUTERAAN MEKANIK INDUSTRI (SMI)</a:t>
          </a:r>
          <a:endParaRPr lang="en-MY" sz="1200" kern="1200" dirty="0"/>
        </a:p>
      </dsp:txBody>
      <dsp:txXfrm>
        <a:off x="6014661" y="772767"/>
        <a:ext cx="1387326" cy="924884"/>
      </dsp:txXfrm>
    </dsp:sp>
    <dsp:sp modelId="{242BFE63-5070-4A68-BC9B-85514CB2A17A}">
      <dsp:nvSpPr>
        <dsp:cNvPr id="0" name=""/>
        <dsp:cNvSpPr/>
      </dsp:nvSpPr>
      <dsp:spPr>
        <a:xfrm>
          <a:off x="5089777" y="1991302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7B2D93-3AB9-4136-AA52-C166188C6209}">
      <dsp:nvSpPr>
        <dsp:cNvPr id="0" name=""/>
        <dsp:cNvSpPr/>
      </dsp:nvSpPr>
      <dsp:spPr>
        <a:xfrm>
          <a:off x="6014661" y="1988990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200" kern="1200" dirty="0"/>
            <a:t>KETUA JABATAN MEKANIKAL</a:t>
          </a:r>
        </a:p>
      </dsp:txBody>
      <dsp:txXfrm>
        <a:off x="6014661" y="1988990"/>
        <a:ext cx="1387326" cy="924884"/>
      </dsp:txXfrm>
    </dsp:sp>
    <dsp:sp modelId="{04E25CA5-335F-4DF6-9A54-74AE00A8B729}">
      <dsp:nvSpPr>
        <dsp:cNvPr id="0" name=""/>
        <dsp:cNvSpPr/>
      </dsp:nvSpPr>
      <dsp:spPr>
        <a:xfrm>
          <a:off x="5089777" y="3207525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305ECC-86B3-41ED-867D-002B27A7D08A}">
      <dsp:nvSpPr>
        <dsp:cNvPr id="0" name=""/>
        <dsp:cNvSpPr/>
      </dsp:nvSpPr>
      <dsp:spPr>
        <a:xfrm>
          <a:off x="6014661" y="3205213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200" kern="1200"/>
            <a:t>KETUA PROGRAM</a:t>
          </a:r>
          <a:endParaRPr lang="en-MY" sz="1200" kern="1200" dirty="0"/>
        </a:p>
      </dsp:txBody>
      <dsp:txXfrm>
        <a:off x="6014661" y="3205213"/>
        <a:ext cx="1387326" cy="924884"/>
      </dsp:txXfrm>
    </dsp:sp>
    <dsp:sp modelId="{7E6DB342-F96F-4A1D-AA61-9FDEEAE4D05B}">
      <dsp:nvSpPr>
        <dsp:cNvPr id="0" name=""/>
        <dsp:cNvSpPr/>
      </dsp:nvSpPr>
      <dsp:spPr>
        <a:xfrm>
          <a:off x="5089777" y="4423747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326C30-79A1-4C8A-B05C-C8BD33AFD2A6}">
      <dsp:nvSpPr>
        <dsp:cNvPr id="0" name=""/>
        <dsp:cNvSpPr/>
      </dsp:nvSpPr>
      <dsp:spPr>
        <a:xfrm>
          <a:off x="6014661" y="4421435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200" kern="1200"/>
            <a:t>PENSYARAH</a:t>
          </a:r>
          <a:endParaRPr lang="en-MY" sz="1200" kern="1200" dirty="0"/>
        </a:p>
      </dsp:txBody>
      <dsp:txXfrm>
        <a:off x="6014661" y="4421435"/>
        <a:ext cx="1387326" cy="924884"/>
      </dsp:txXfrm>
    </dsp:sp>
    <dsp:sp modelId="{F8BAF5E4-24F3-43F4-A39A-D19F3BFC1957}">
      <dsp:nvSpPr>
        <dsp:cNvPr id="0" name=""/>
        <dsp:cNvSpPr/>
      </dsp:nvSpPr>
      <dsp:spPr>
        <a:xfrm>
          <a:off x="7633208" y="775080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216BBA-65F9-4A2A-8582-9E27580E61D9}">
      <dsp:nvSpPr>
        <dsp:cNvPr id="0" name=""/>
        <dsp:cNvSpPr/>
      </dsp:nvSpPr>
      <dsp:spPr>
        <a:xfrm>
          <a:off x="8558092" y="772767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SIJIL TEKNOLOGI KEJURUTERAAN MEKATRONIK (SMK)</a:t>
          </a:r>
          <a:endParaRPr lang="en-MY" sz="1200" kern="1200" dirty="0">
            <a:solidFill>
              <a:schemeClr val="tx1"/>
            </a:solidFill>
          </a:endParaRPr>
        </a:p>
      </dsp:txBody>
      <dsp:txXfrm>
        <a:off x="8558092" y="772767"/>
        <a:ext cx="1387326" cy="924884"/>
      </dsp:txXfrm>
    </dsp:sp>
    <dsp:sp modelId="{41A8274D-CC2F-411F-8461-3F8B2916B7B3}">
      <dsp:nvSpPr>
        <dsp:cNvPr id="0" name=""/>
        <dsp:cNvSpPr/>
      </dsp:nvSpPr>
      <dsp:spPr>
        <a:xfrm>
          <a:off x="7633208" y="1991302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570322-C67E-4651-8F64-6FAF5B806060}">
      <dsp:nvSpPr>
        <dsp:cNvPr id="0" name=""/>
        <dsp:cNvSpPr/>
      </dsp:nvSpPr>
      <dsp:spPr>
        <a:xfrm>
          <a:off x="8558092" y="1988990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200" kern="1200" dirty="0"/>
            <a:t>KETUA PROGRAM</a:t>
          </a:r>
        </a:p>
      </dsp:txBody>
      <dsp:txXfrm>
        <a:off x="8558092" y="1988990"/>
        <a:ext cx="1387326" cy="924884"/>
      </dsp:txXfrm>
    </dsp:sp>
    <dsp:sp modelId="{72B74161-7D10-498D-9728-342C493EB637}">
      <dsp:nvSpPr>
        <dsp:cNvPr id="0" name=""/>
        <dsp:cNvSpPr/>
      </dsp:nvSpPr>
      <dsp:spPr>
        <a:xfrm>
          <a:off x="7633208" y="3207525"/>
          <a:ext cx="924884" cy="9248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C098CF-18F1-4592-8960-4179D8AB91EF}">
      <dsp:nvSpPr>
        <dsp:cNvPr id="0" name=""/>
        <dsp:cNvSpPr/>
      </dsp:nvSpPr>
      <dsp:spPr>
        <a:xfrm>
          <a:off x="8558092" y="3205213"/>
          <a:ext cx="1387326" cy="924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200" kern="1200"/>
            <a:t>PENSYARAH</a:t>
          </a:r>
          <a:endParaRPr lang="en-MY" sz="1200" kern="1200" dirty="0"/>
        </a:p>
      </dsp:txBody>
      <dsp:txXfrm>
        <a:off x="8558092" y="3205213"/>
        <a:ext cx="1387326" cy="9248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8CB080-903E-4C7A-8543-389F3333D5D8}">
      <dsp:nvSpPr>
        <dsp:cNvPr id="0" name=""/>
        <dsp:cNvSpPr/>
      </dsp:nvSpPr>
      <dsp:spPr>
        <a:xfrm>
          <a:off x="5687444" y="4467881"/>
          <a:ext cx="91440" cy="3825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253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A29182-9B9B-4B08-9643-AE9518C2F568}">
      <dsp:nvSpPr>
        <dsp:cNvPr id="0" name=""/>
        <dsp:cNvSpPr/>
      </dsp:nvSpPr>
      <dsp:spPr>
        <a:xfrm>
          <a:off x="5687444" y="2870950"/>
          <a:ext cx="91440" cy="3825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253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D2AEB8-AAEF-42BB-A3B7-92AB4F3F36B4}">
      <dsp:nvSpPr>
        <dsp:cNvPr id="0" name=""/>
        <dsp:cNvSpPr/>
      </dsp:nvSpPr>
      <dsp:spPr>
        <a:xfrm>
          <a:off x="5687444" y="1274019"/>
          <a:ext cx="91440" cy="3825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253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2B66F1-D5D2-4EA4-AF78-E5E0145BADD0}">
      <dsp:nvSpPr>
        <dsp:cNvPr id="0" name=""/>
        <dsp:cNvSpPr/>
      </dsp:nvSpPr>
      <dsp:spPr>
        <a:xfrm>
          <a:off x="2347854" y="4467881"/>
          <a:ext cx="91440" cy="3825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253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0112E5-38BF-4555-A70C-BBF0869B6DA5}">
      <dsp:nvSpPr>
        <dsp:cNvPr id="0" name=""/>
        <dsp:cNvSpPr/>
      </dsp:nvSpPr>
      <dsp:spPr>
        <a:xfrm>
          <a:off x="2347854" y="2870950"/>
          <a:ext cx="91440" cy="3825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253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E467E9-9141-41A5-90B8-31DDE88A50C7}">
      <dsp:nvSpPr>
        <dsp:cNvPr id="0" name=""/>
        <dsp:cNvSpPr/>
      </dsp:nvSpPr>
      <dsp:spPr>
        <a:xfrm>
          <a:off x="2347854" y="1274019"/>
          <a:ext cx="91440" cy="3825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253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5561A6-3003-414D-9CB0-CF368EE87E0B}">
      <dsp:nvSpPr>
        <dsp:cNvPr id="0" name=""/>
        <dsp:cNvSpPr/>
      </dsp:nvSpPr>
      <dsp:spPr>
        <a:xfrm>
          <a:off x="1786376" y="59623"/>
          <a:ext cx="1214396" cy="121439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05EFA7-BCD8-4508-AB47-6289F6F967FE}">
      <dsp:nvSpPr>
        <dsp:cNvPr id="0" name=""/>
        <dsp:cNvSpPr/>
      </dsp:nvSpPr>
      <dsp:spPr>
        <a:xfrm>
          <a:off x="3000772" y="56587"/>
          <a:ext cx="1821594" cy="12143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tx1"/>
              </a:solidFill>
            </a:rPr>
            <a:t>SIJIL TEKNOLOGI KEJURUTERAAN MARIN (SMM)</a:t>
          </a:r>
          <a:endParaRPr lang="en-MY" sz="1900" kern="1200" dirty="0">
            <a:solidFill>
              <a:schemeClr val="tx1"/>
            </a:solidFill>
          </a:endParaRPr>
        </a:p>
      </dsp:txBody>
      <dsp:txXfrm>
        <a:off x="3000772" y="56587"/>
        <a:ext cx="1821594" cy="1214396"/>
      </dsp:txXfrm>
    </dsp:sp>
    <dsp:sp modelId="{A22D1742-CEF5-4380-954B-0F319BD3F447}">
      <dsp:nvSpPr>
        <dsp:cNvPr id="0" name=""/>
        <dsp:cNvSpPr/>
      </dsp:nvSpPr>
      <dsp:spPr>
        <a:xfrm>
          <a:off x="1786376" y="1656554"/>
          <a:ext cx="1214396" cy="121439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CCF63D-3BC3-4876-84B3-F7468938945B}">
      <dsp:nvSpPr>
        <dsp:cNvPr id="0" name=""/>
        <dsp:cNvSpPr/>
      </dsp:nvSpPr>
      <dsp:spPr>
        <a:xfrm>
          <a:off x="3000772" y="1653518"/>
          <a:ext cx="1821594" cy="12143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900" kern="1200" dirty="0"/>
            <a:t>KETUA JABATAN AUTOMOTIF</a:t>
          </a:r>
        </a:p>
      </dsp:txBody>
      <dsp:txXfrm>
        <a:off x="3000772" y="1653518"/>
        <a:ext cx="1821594" cy="1214396"/>
      </dsp:txXfrm>
    </dsp:sp>
    <dsp:sp modelId="{7948AB32-2768-460D-8FFD-9C2001C0EF86}">
      <dsp:nvSpPr>
        <dsp:cNvPr id="0" name=""/>
        <dsp:cNvSpPr/>
      </dsp:nvSpPr>
      <dsp:spPr>
        <a:xfrm>
          <a:off x="1786376" y="3253485"/>
          <a:ext cx="1214396" cy="121439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10EC74-F6D6-44E1-B166-7CAF290759C0}">
      <dsp:nvSpPr>
        <dsp:cNvPr id="0" name=""/>
        <dsp:cNvSpPr/>
      </dsp:nvSpPr>
      <dsp:spPr>
        <a:xfrm>
          <a:off x="3000772" y="3250449"/>
          <a:ext cx="1821594" cy="12143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900" kern="1200" dirty="0"/>
            <a:t>KETUA PROGRAM</a:t>
          </a:r>
        </a:p>
      </dsp:txBody>
      <dsp:txXfrm>
        <a:off x="3000772" y="3250449"/>
        <a:ext cx="1821594" cy="1214396"/>
      </dsp:txXfrm>
    </dsp:sp>
    <dsp:sp modelId="{20C88714-F21A-4301-86CC-7DD8C9ECBA73}">
      <dsp:nvSpPr>
        <dsp:cNvPr id="0" name=""/>
        <dsp:cNvSpPr/>
      </dsp:nvSpPr>
      <dsp:spPr>
        <a:xfrm>
          <a:off x="1786376" y="4850416"/>
          <a:ext cx="1214396" cy="121439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B9AAF9-6F52-4A03-B165-11CC1C0EF2D6}">
      <dsp:nvSpPr>
        <dsp:cNvPr id="0" name=""/>
        <dsp:cNvSpPr/>
      </dsp:nvSpPr>
      <dsp:spPr>
        <a:xfrm>
          <a:off x="3000772" y="4847380"/>
          <a:ext cx="1821594" cy="12143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900" kern="1200" dirty="0"/>
            <a:t>PENSYARAH</a:t>
          </a:r>
        </a:p>
      </dsp:txBody>
      <dsp:txXfrm>
        <a:off x="3000772" y="4847380"/>
        <a:ext cx="1821594" cy="1214396"/>
      </dsp:txXfrm>
    </dsp:sp>
    <dsp:sp modelId="{52EF77FB-2AFF-473C-B3A6-E04E9356DCEC}">
      <dsp:nvSpPr>
        <dsp:cNvPr id="0" name=""/>
        <dsp:cNvSpPr/>
      </dsp:nvSpPr>
      <dsp:spPr>
        <a:xfrm>
          <a:off x="5125966" y="59623"/>
          <a:ext cx="1214396" cy="121439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153D4C-47C9-4655-9A6A-E1F924A2B7F9}">
      <dsp:nvSpPr>
        <dsp:cNvPr id="0" name=""/>
        <dsp:cNvSpPr/>
      </dsp:nvSpPr>
      <dsp:spPr>
        <a:xfrm>
          <a:off x="6340362" y="56587"/>
          <a:ext cx="1821594" cy="12143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rgbClr val="00B0F0"/>
              </a:solidFill>
            </a:rPr>
            <a:t>DIPLOMA TEKNOLOGI MARIN (DMM)</a:t>
          </a:r>
          <a:endParaRPr lang="en-MY" sz="1900" kern="1200" dirty="0"/>
        </a:p>
      </dsp:txBody>
      <dsp:txXfrm>
        <a:off x="6340362" y="56587"/>
        <a:ext cx="1821594" cy="1214396"/>
      </dsp:txXfrm>
    </dsp:sp>
    <dsp:sp modelId="{59E329C4-94F8-419B-BC47-B99614AC1758}">
      <dsp:nvSpPr>
        <dsp:cNvPr id="0" name=""/>
        <dsp:cNvSpPr/>
      </dsp:nvSpPr>
      <dsp:spPr>
        <a:xfrm>
          <a:off x="5125966" y="1656554"/>
          <a:ext cx="1214396" cy="121439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5EB93A-DAEC-42B1-A798-3A74C1F3A892}">
      <dsp:nvSpPr>
        <dsp:cNvPr id="0" name=""/>
        <dsp:cNvSpPr/>
      </dsp:nvSpPr>
      <dsp:spPr>
        <a:xfrm>
          <a:off x="6340362" y="1653518"/>
          <a:ext cx="1821594" cy="12143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900" kern="1200" dirty="0"/>
            <a:t>KETUA JABATAN AUTOMOTIF </a:t>
          </a:r>
        </a:p>
      </dsp:txBody>
      <dsp:txXfrm>
        <a:off x="6340362" y="1653518"/>
        <a:ext cx="1821594" cy="1214396"/>
      </dsp:txXfrm>
    </dsp:sp>
    <dsp:sp modelId="{75E7DEA4-93A1-4C15-AB24-D510CA6AD042}">
      <dsp:nvSpPr>
        <dsp:cNvPr id="0" name=""/>
        <dsp:cNvSpPr/>
      </dsp:nvSpPr>
      <dsp:spPr>
        <a:xfrm>
          <a:off x="5125966" y="3253485"/>
          <a:ext cx="1214396" cy="121439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4647BC-2FE6-40D5-977E-3AF932A39CB9}">
      <dsp:nvSpPr>
        <dsp:cNvPr id="0" name=""/>
        <dsp:cNvSpPr/>
      </dsp:nvSpPr>
      <dsp:spPr>
        <a:xfrm>
          <a:off x="6340362" y="3250449"/>
          <a:ext cx="1821594" cy="12143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900" kern="1200" dirty="0"/>
            <a:t>KETUA PROGRAM</a:t>
          </a:r>
        </a:p>
      </dsp:txBody>
      <dsp:txXfrm>
        <a:off x="6340362" y="3250449"/>
        <a:ext cx="1821594" cy="1214396"/>
      </dsp:txXfrm>
    </dsp:sp>
    <dsp:sp modelId="{D5BF3127-BB62-4E57-AC21-99516E2769D2}">
      <dsp:nvSpPr>
        <dsp:cNvPr id="0" name=""/>
        <dsp:cNvSpPr/>
      </dsp:nvSpPr>
      <dsp:spPr>
        <a:xfrm>
          <a:off x="5125966" y="4850416"/>
          <a:ext cx="1214396" cy="121439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E1EFBC-8325-44CE-9CD6-96B32F321BED}">
      <dsp:nvSpPr>
        <dsp:cNvPr id="0" name=""/>
        <dsp:cNvSpPr/>
      </dsp:nvSpPr>
      <dsp:spPr>
        <a:xfrm>
          <a:off x="6340362" y="4847380"/>
          <a:ext cx="1821594" cy="12143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900" kern="1200" dirty="0"/>
            <a:t>PENSYARAH</a:t>
          </a:r>
        </a:p>
      </dsp:txBody>
      <dsp:txXfrm>
        <a:off x="6340362" y="4847380"/>
        <a:ext cx="1821594" cy="12143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EDCFA-8D7D-0089-9420-AC313B149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B733A4-10B4-E5F3-204E-14113A7A4A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2E096-0ED6-7E8B-6B53-9FAC03B28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2F138-AEC1-4A09-A7AE-822A0F976D6B}" type="datetimeFigureOut">
              <a:rPr lang="en-MY" smtClean="0"/>
              <a:t>18/5/2026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8B215-39D3-D2BE-87CE-A48D663A5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F7B54-7A2E-A02A-B895-E83F41E59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FF451-6580-47D0-97D3-791BA9EDAC2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30792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C3C1F-8340-2660-9267-ED0D917C3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AB1C9-F406-D3D5-24C4-F8B4CF376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8B94E-E570-A8E0-9A88-FC29CCDC2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2F138-AEC1-4A09-A7AE-822A0F976D6B}" type="datetimeFigureOut">
              <a:rPr lang="en-MY" smtClean="0"/>
              <a:t>18/5/2026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1C03A-359E-D603-F9FF-35B81D356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6E644-F42D-EAA9-77A7-B5214BAC5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FF451-6580-47D0-97D3-791BA9EDAC2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49038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AC3D8-8434-2F33-0F20-436733A01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797A2-ADCA-BA87-D929-921F998CC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E4C26-C1F8-DE51-3531-D596BAF6F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2F138-AEC1-4A09-A7AE-822A0F976D6B}" type="datetimeFigureOut">
              <a:rPr lang="en-MY" smtClean="0"/>
              <a:t>18/5/2026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A24F9-E943-8586-3A5C-F81D8104F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9A78A-8278-35CA-B056-A5E493101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FF451-6580-47D0-97D3-791BA9EDAC2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0418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25CB2-FB51-9A1F-A9FA-C779D610A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1A76A-D1E5-A639-551C-2400C68D18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6183D9-5763-8757-A61A-1BFFA69C4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E7C0FF-12A0-5295-78F3-47271A034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2F138-AEC1-4A09-A7AE-822A0F976D6B}" type="datetimeFigureOut">
              <a:rPr lang="en-MY" smtClean="0"/>
              <a:t>18/5/2026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11A55F-ED56-EB80-C66C-1791D4AF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061EF-AFBB-E6EA-CFB2-B1DC60419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FF451-6580-47D0-97D3-791BA9EDAC2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16238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0532E-42FC-0888-780F-ABE4E198A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B413CA-6C92-1A29-707C-5A95A4B0E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D751C0-DDF9-F854-DF63-B1C71F496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35C680-12AC-3800-9876-B8EE5C33DD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55BF29-3D55-8858-6FD6-095FE359B4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15070A-BCFC-0784-E1E5-E05765A91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2F138-AEC1-4A09-A7AE-822A0F976D6B}" type="datetimeFigureOut">
              <a:rPr lang="en-MY" smtClean="0"/>
              <a:t>18/5/2026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12983E-7D31-BF80-7117-596B414F5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BE4F87-BED1-99C2-F32E-7860B93A8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FF451-6580-47D0-97D3-791BA9EDAC2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50044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6C5DE-DE26-9D67-8BB2-B549BCE43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3435AF-F2FE-DF11-5F7D-492750520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2F138-AEC1-4A09-A7AE-822A0F976D6B}" type="datetimeFigureOut">
              <a:rPr lang="en-MY" smtClean="0"/>
              <a:t>18/5/2026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5AEB79-BF79-0D1C-BA24-7B75A9CF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F3BC8F-F956-3939-3A3B-6459902BB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FF451-6580-47D0-97D3-791BA9EDAC2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639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966BFC-DF98-91C4-0523-8F5C49184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2F138-AEC1-4A09-A7AE-822A0F976D6B}" type="datetimeFigureOut">
              <a:rPr lang="en-MY" smtClean="0"/>
              <a:t>18/5/2026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5BFC30-9504-E7BB-FA0B-12E0A2000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76C72-F0C8-3E63-A5DB-0B74C808D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FF451-6580-47D0-97D3-791BA9EDAC2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64525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B0EF8-E692-2CE6-07A6-9151D9179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52045-5B21-D5CE-EC27-E151299FE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A35B5A-6209-09A7-F2C0-056225F76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CA3CA-4166-EBA7-8E27-D7A04B157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2F138-AEC1-4A09-A7AE-822A0F976D6B}" type="datetimeFigureOut">
              <a:rPr lang="en-MY" smtClean="0"/>
              <a:t>18/5/2026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6DA67D-3C71-C5BB-A2A2-C2C4947D3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A0FFB5-E413-5321-1BAC-120B664E5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FF451-6580-47D0-97D3-791BA9EDAC2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65655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A49CB-0293-668E-6DDC-C1A5B2DC2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DEC8F9-A08D-7F0A-05B1-6896D5CD33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74A302-1473-D7D1-7FD0-BB8E88D4B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57240-D931-95D0-FB72-5CFB6522B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2F138-AEC1-4A09-A7AE-822A0F976D6B}" type="datetimeFigureOut">
              <a:rPr lang="en-MY" smtClean="0"/>
              <a:t>18/5/2026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3377F3-5174-0C00-4DE4-85C4EBE46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A2EE1-57F2-97EC-46B0-7E8F06A47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FF451-6580-47D0-97D3-791BA9EDAC2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22282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DF97-2B8E-C16F-25E1-A8B58E38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D25158-4C05-922C-C9AC-FF1E683B1F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B289C-85D9-6A1B-B8B3-51E2EEAA7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2F138-AEC1-4A09-A7AE-822A0F976D6B}" type="datetimeFigureOut">
              <a:rPr lang="en-MY" smtClean="0"/>
              <a:t>18/5/2026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7A683-E4A3-4E54-D31E-86F96ADD3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926A9-92A1-F7AA-27BA-CE8F2C5C4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FF451-6580-47D0-97D3-791BA9EDAC2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74698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F2CF80-468B-7737-0AAC-2E532E3CA9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A3C4D6-584D-EBCC-15E7-5CBEB1EC6F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5D4DE-B272-5C4C-2CAF-8C8E17287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2F138-AEC1-4A09-A7AE-822A0F976D6B}" type="datetimeFigureOut">
              <a:rPr lang="en-MY" smtClean="0"/>
              <a:t>18/5/2026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F36AF-82A2-3523-C2E2-D3D427ADA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613DA-9604-0BFC-C7D5-585A63621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FF451-6580-47D0-97D3-791BA9EDAC2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80141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2AE2F6-C4DC-CCA5-CF5F-C9DD88989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300B3-1BFE-6B60-5050-E1DBAB2D8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B0A75-9CC4-6EDA-41AD-5895C2256E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D2F138-AEC1-4A09-A7AE-822A0F976D6B}" type="datetimeFigureOut">
              <a:rPr lang="en-MY" smtClean="0"/>
              <a:t>18/5/2026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80C98-8E7E-9783-9910-284F336135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7C336-0324-FBEB-04B5-CB45CF58A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5FF451-6580-47D0-97D3-791BA9EDAC2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57486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737B102-F667-AA2B-B20D-E28A8A9E8F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8119082"/>
              </p:ext>
            </p:extLst>
          </p:nvPr>
        </p:nvGraphicFramePr>
        <p:xfrm>
          <a:off x="1134533" y="304800"/>
          <a:ext cx="9948333" cy="612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7541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610FA-81E8-C01F-B9F9-6A36D69CF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0C09E4F-0132-3FCD-AECA-21A57AFE6D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3416706"/>
              </p:ext>
            </p:extLst>
          </p:nvPr>
        </p:nvGraphicFramePr>
        <p:xfrm>
          <a:off x="1134533" y="304800"/>
          <a:ext cx="9948333" cy="612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7582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48039-B4F1-0664-0A98-8313327DC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E4946CE-40D8-88B8-6EC4-DAFA957929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1573701"/>
              </p:ext>
            </p:extLst>
          </p:nvPr>
        </p:nvGraphicFramePr>
        <p:xfrm>
          <a:off x="1134533" y="304800"/>
          <a:ext cx="9948333" cy="612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7028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88B6D-5FC9-FA19-2D9B-26C36DB82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91C76EF-123E-6042-3342-2E59EDBC6F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0562388"/>
              </p:ext>
            </p:extLst>
          </p:nvPr>
        </p:nvGraphicFramePr>
        <p:xfrm>
          <a:off x="1134533" y="304800"/>
          <a:ext cx="9948333" cy="612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35177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181</Words>
  <Application>Microsoft Office PowerPoint</Application>
  <PresentationFormat>Widescreen</PresentationFormat>
  <Paragraphs>51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Osman Bin Abu Bakar</dc:creator>
  <cp:lastModifiedBy>Osman Bin Abu Bakar</cp:lastModifiedBy>
  <cp:revision>1</cp:revision>
  <dcterms:created xsi:type="dcterms:W3CDTF">2026-05-18T08:10:32Z</dcterms:created>
  <dcterms:modified xsi:type="dcterms:W3CDTF">2026-05-18T08:30:11Z</dcterms:modified>
</cp:coreProperties>
</file>